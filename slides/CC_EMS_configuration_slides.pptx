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669E3F-673C-6444-9C4E-28D507F6BDCD}">
          <p14:sldIdLst>
            <p14:sldId id="256"/>
            <p14:sldId id="270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B691"/>
    <a:srgbClr val="19415C"/>
    <a:srgbClr val="FFFF66"/>
    <a:srgbClr val="5A7486"/>
    <a:srgbClr val="FF9500"/>
    <a:srgbClr val="2B7FD5"/>
    <a:srgbClr val="E7E7E7"/>
    <a:srgbClr val="C0D8EE"/>
    <a:srgbClr val="297FD6"/>
    <a:srgbClr val="C1D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5304"/>
  </p:normalViewPr>
  <p:slideViewPr>
    <p:cSldViewPr snapToGrid="0">
      <p:cViewPr varScale="1">
        <p:scale>
          <a:sx n="55" d="100"/>
          <a:sy n="55" d="100"/>
        </p:scale>
        <p:origin x="9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 Aghazadeh Ayoubi" userId="1c37a5b5-255c-4007-b41f-660a076884f2" providerId="ADAL" clId="{9D7E36C9-89B4-4CB9-B2A0-40DA6B36C8F1}"/>
    <pc:docChg chg="modSld">
      <pc:chgData name="Reza Aghazadeh Ayoubi" userId="1c37a5b5-255c-4007-b41f-660a076884f2" providerId="ADAL" clId="{9D7E36C9-89B4-4CB9-B2A0-40DA6B36C8F1}" dt="2026-10-16T07:56:16.076" v="0" actId="20577"/>
      <pc:docMkLst>
        <pc:docMk/>
      </pc:docMkLst>
      <pc:sldChg chg="modSp mod">
        <pc:chgData name="Reza Aghazadeh Ayoubi" userId="1c37a5b5-255c-4007-b41f-660a076884f2" providerId="ADAL" clId="{9D7E36C9-89B4-4CB9-B2A0-40DA6B36C8F1}" dt="2026-10-16T07:56:16.076" v="0" actId="20577"/>
        <pc:sldMkLst>
          <pc:docMk/>
          <pc:sldMk cId="0" sldId="2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0509A-3C4A-48A5-9E42-A7A02B8E244A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marouan.mizmizi@polimi.it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7BA59-9CB1-41AD-90B3-5101EFA440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2267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D97EB-B2AA-4D89-94EB-97038C49AF9C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marouan.mizmizi@polimi.it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275E2-A3DD-41C2-A0E5-EB90F4A58D6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4111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>
          <a:xfrm>
            <a:off x="-9940" y="4772440"/>
            <a:ext cx="12201939" cy="2095500"/>
          </a:xfrm>
          <a:prstGeom prst="rect">
            <a:avLst/>
          </a:prstGeom>
          <a:solidFill>
            <a:srgbClr val="1A415D"/>
          </a:solidFill>
          <a:ln>
            <a:solidFill>
              <a:srgbClr val="194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>
              <a:latin typeface="Brandon Grotesque Regul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C7AE77-32EE-0C44-80F8-6C322620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163" y="4852737"/>
            <a:ext cx="7881731" cy="601663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5ECBBF2-7E19-0347-8626-438963A6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8" y="5534169"/>
            <a:ext cx="4089400" cy="4064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  <a:lvl3pPr marL="914400" indent="0" algn="l">
              <a:buNone/>
              <a:defRPr/>
            </a:lvl3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C747593-A6DF-A54C-8D55-792DB4880F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64" y="6012791"/>
            <a:ext cx="7881730" cy="797254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Authors’ List</a:t>
            </a:r>
          </a:p>
          <a:p>
            <a:pPr lvl="0"/>
            <a:endParaRPr lang="en-US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433C98D1-DA0C-EC4B-9AB7-7E3FBF13C6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029" y="79545"/>
            <a:ext cx="10160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8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-1" y="632200"/>
            <a:ext cx="12191999" cy="5824260"/>
          </a:xfrm>
        </p:spPr>
        <p:txBody>
          <a:bodyPr/>
          <a:lstStyle>
            <a:lvl1pPr>
              <a:defRPr>
                <a:latin typeface="Garamond" panose="02020404030301010803" pitchFamily="18" charset="0"/>
                <a:ea typeface="Segoe UI Symbol" panose="020B0502040204020203" pitchFamily="34" charset="0"/>
              </a:defRPr>
            </a:lvl1pPr>
            <a:lvl2pPr>
              <a:defRPr>
                <a:latin typeface="Garamond" panose="02020404030301010803" pitchFamily="18" charset="0"/>
                <a:ea typeface="Segoe UI Symbol" panose="020B0502040204020203" pitchFamily="34" charset="0"/>
              </a:defRPr>
            </a:lvl2pPr>
            <a:lvl3pPr>
              <a:defRPr>
                <a:latin typeface="Garamond" panose="02020404030301010803" pitchFamily="18" charset="0"/>
                <a:ea typeface="Segoe UI Symbol" panose="020B0502040204020203" pitchFamily="34" charset="0"/>
              </a:defRPr>
            </a:lvl3pPr>
            <a:lvl4pPr>
              <a:defRPr>
                <a:latin typeface="Garamond" panose="02020404030301010803" pitchFamily="18" charset="0"/>
                <a:ea typeface="Segoe UI Symbol" panose="020B0502040204020203" pitchFamily="34" charset="0"/>
              </a:defRPr>
            </a:lvl4pPr>
            <a:lvl5pPr>
              <a:defRPr>
                <a:latin typeface="Garamond" panose="02020404030301010803" pitchFamily="18" charset="0"/>
                <a:ea typeface="Segoe UI Symbol" panose="020B0502040204020203" pitchFamily="34" charset="0"/>
              </a:defRPr>
            </a:lvl5pPr>
          </a:lstStyle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testo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1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2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3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livello</a:t>
            </a:r>
            <a:endParaRPr lang="en-US" noProof="0"/>
          </a:p>
        </p:txBody>
      </p:sp>
      <p:sp>
        <p:nvSpPr>
          <p:cNvPr id="129" name="Rettangolo 128"/>
          <p:cNvSpPr/>
          <p:nvPr userDrawn="1"/>
        </p:nvSpPr>
        <p:spPr>
          <a:xfrm>
            <a:off x="0" y="6456460"/>
            <a:ext cx="12192000" cy="401539"/>
          </a:xfrm>
          <a:prstGeom prst="rect">
            <a:avLst/>
          </a:prstGeom>
          <a:solidFill>
            <a:srgbClr val="1A4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>
              <a:latin typeface="Garamond" panose="02020404030301010803" pitchFamily="18" charset="0"/>
            </a:endParaRPr>
          </a:p>
        </p:txBody>
      </p:sp>
      <p:sp>
        <p:nvSpPr>
          <p:cNvPr id="256" name="Titolo 1"/>
          <p:cNvSpPr>
            <a:spLocks noGrp="1"/>
          </p:cNvSpPr>
          <p:nvPr>
            <p:ph type="ctrTitle" hasCustomPrompt="1"/>
          </p:nvPr>
        </p:nvSpPr>
        <p:spPr>
          <a:xfrm>
            <a:off x="0" y="665"/>
            <a:ext cx="11557000" cy="62105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accent1">
                    <a:lumMod val="50000"/>
                  </a:schemeClr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</a:lstStyle>
          <a:p>
            <a:r>
              <a:rPr lang="en-US" noProof="0"/>
              <a:t>FARE CLIC PER MODIFICARE LO STILE DEL TITOLO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fld id="{D244C2D5-492D-6245-ACBF-A703392A6F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91FDA5B6-62C5-9F49-8BC3-1C592AE415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44445" y="-9817"/>
            <a:ext cx="2247555" cy="92430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it-IT"/>
              <a:t>03/09/25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62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ttangolo 252">
            <a:extLst>
              <a:ext uri="{FF2B5EF4-FFF2-40B4-BE49-F238E27FC236}">
                <a16:creationId xmlns:a16="http://schemas.microsoft.com/office/drawing/2014/main" id="{F9CCD153-91F7-2E41-8EA6-68CEA08154C4}"/>
              </a:ext>
            </a:extLst>
          </p:cNvPr>
          <p:cNvSpPr/>
          <p:nvPr userDrawn="1"/>
        </p:nvSpPr>
        <p:spPr>
          <a:xfrm>
            <a:off x="0" y="4178300"/>
            <a:ext cx="12192000" cy="2679699"/>
          </a:xfrm>
          <a:prstGeom prst="rect">
            <a:avLst/>
          </a:prstGeom>
          <a:solidFill>
            <a:srgbClr val="1A4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7200" noProof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Thank you for your attention!</a:t>
            </a:r>
          </a:p>
        </p:txBody>
      </p:sp>
      <p:sp>
        <p:nvSpPr>
          <p:cNvPr id="137" name="Text Placeholder 3">
            <a:extLst>
              <a:ext uri="{FF2B5EF4-FFF2-40B4-BE49-F238E27FC236}">
                <a16:creationId xmlns:a16="http://schemas.microsoft.com/office/drawing/2014/main" id="{981AF5C6-FAEF-AE48-86DA-B248A26744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9060" y="5715703"/>
            <a:ext cx="10833879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>
                <a:latin typeface="Segoe UI Symbol" panose="020B0502040204020203" pitchFamily="34" charset="0"/>
                <a:ea typeface="Segoe UI Symbol" panose="020B0502040204020203" pitchFamily="34" charset="0"/>
              </a:rPr>
              <a:t>Credits to …</a:t>
            </a:r>
            <a:endParaRPr lang="en-US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3BF189E8-31E7-E946-BCEA-B7B1DB978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000" y="0"/>
            <a:ext cx="10160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6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4C5E99-1801-CE44-ADB6-E901CB97F013}"/>
              </a:ext>
            </a:extLst>
          </p:cNvPr>
          <p:cNvSpPr/>
          <p:nvPr userDrawn="1"/>
        </p:nvSpPr>
        <p:spPr>
          <a:xfrm>
            <a:off x="-9939" y="2961861"/>
            <a:ext cx="12201938" cy="3906078"/>
          </a:xfrm>
          <a:prstGeom prst="rect">
            <a:avLst/>
          </a:prstGeom>
          <a:solidFill>
            <a:srgbClr val="1A415C"/>
          </a:solidFill>
          <a:ln>
            <a:solidFill>
              <a:srgbClr val="1A41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6E4FB-4B00-514C-8D23-3BA2948F3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709" y="3973029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</a:lstStyle>
          <a:p>
            <a:r>
              <a:rPr lang="en-GB"/>
              <a:t>Insert Section Title</a:t>
            </a:r>
            <a:endParaRPr lang="en-US"/>
          </a:p>
        </p:txBody>
      </p:sp>
      <p:grpSp>
        <p:nvGrpSpPr>
          <p:cNvPr id="7" name="Gruppo 131">
            <a:extLst>
              <a:ext uri="{FF2B5EF4-FFF2-40B4-BE49-F238E27FC236}">
                <a16:creationId xmlns:a16="http://schemas.microsoft.com/office/drawing/2014/main" id="{5535AB10-C956-4641-BE78-CBB24CC6846F}"/>
              </a:ext>
            </a:extLst>
          </p:cNvPr>
          <p:cNvGrpSpPr/>
          <p:nvPr userDrawn="1"/>
        </p:nvGrpSpPr>
        <p:grpSpPr>
          <a:xfrm>
            <a:off x="66597" y="2961861"/>
            <a:ext cx="12048863" cy="180000"/>
            <a:chOff x="1218340" y="275867"/>
            <a:chExt cx="17715122" cy="567843"/>
          </a:xfrm>
        </p:grpSpPr>
        <p:cxnSp>
          <p:nvCxnSpPr>
            <p:cNvPr id="8" name="Connettore 1 132">
              <a:extLst>
                <a:ext uri="{FF2B5EF4-FFF2-40B4-BE49-F238E27FC236}">
                  <a16:creationId xmlns:a16="http://schemas.microsoft.com/office/drawing/2014/main" id="{3EB997D8-E6E2-DC4F-AC89-EBDC2E1521F2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33">
              <a:extLst>
                <a:ext uri="{FF2B5EF4-FFF2-40B4-BE49-F238E27FC236}">
                  <a16:creationId xmlns:a16="http://schemas.microsoft.com/office/drawing/2014/main" id="{A61BADBA-7E90-654D-A023-286305C6DCD9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34">
              <a:extLst>
                <a:ext uri="{FF2B5EF4-FFF2-40B4-BE49-F238E27FC236}">
                  <a16:creationId xmlns:a16="http://schemas.microsoft.com/office/drawing/2014/main" id="{C07B4DBE-FA27-964D-A519-009BAFFBB0AF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35">
              <a:extLst>
                <a:ext uri="{FF2B5EF4-FFF2-40B4-BE49-F238E27FC236}">
                  <a16:creationId xmlns:a16="http://schemas.microsoft.com/office/drawing/2014/main" id="{2B8F1408-BA86-1A44-B9AF-FD3773B3A9C1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36">
              <a:extLst>
                <a:ext uri="{FF2B5EF4-FFF2-40B4-BE49-F238E27FC236}">
                  <a16:creationId xmlns:a16="http://schemas.microsoft.com/office/drawing/2014/main" id="{6A703736-39A3-2444-805B-0B75525A2A4F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37">
              <a:extLst>
                <a:ext uri="{FF2B5EF4-FFF2-40B4-BE49-F238E27FC236}">
                  <a16:creationId xmlns:a16="http://schemas.microsoft.com/office/drawing/2014/main" id="{09BDBFD5-7C31-954A-AA5F-BB4462D5A943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8">
              <a:extLst>
                <a:ext uri="{FF2B5EF4-FFF2-40B4-BE49-F238E27FC236}">
                  <a16:creationId xmlns:a16="http://schemas.microsoft.com/office/drawing/2014/main" id="{E49BA067-4FEC-AD45-B968-A18FD250BC00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39">
              <a:extLst>
                <a:ext uri="{FF2B5EF4-FFF2-40B4-BE49-F238E27FC236}">
                  <a16:creationId xmlns:a16="http://schemas.microsoft.com/office/drawing/2014/main" id="{59197868-93E7-DB4C-92AA-2A26488E76B4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40">
              <a:extLst>
                <a:ext uri="{FF2B5EF4-FFF2-40B4-BE49-F238E27FC236}">
                  <a16:creationId xmlns:a16="http://schemas.microsoft.com/office/drawing/2014/main" id="{DCCD374B-51EF-104F-AC47-D49E345D30CB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41">
              <a:extLst>
                <a:ext uri="{FF2B5EF4-FFF2-40B4-BE49-F238E27FC236}">
                  <a16:creationId xmlns:a16="http://schemas.microsoft.com/office/drawing/2014/main" id="{AFEAAAC1-B137-C348-8ECC-A11A923E1D6D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42">
              <a:extLst>
                <a:ext uri="{FF2B5EF4-FFF2-40B4-BE49-F238E27FC236}">
                  <a16:creationId xmlns:a16="http://schemas.microsoft.com/office/drawing/2014/main" id="{D1AB5567-5495-F44B-9CF4-811D3BD2B772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43">
              <a:extLst>
                <a:ext uri="{FF2B5EF4-FFF2-40B4-BE49-F238E27FC236}">
                  <a16:creationId xmlns:a16="http://schemas.microsoft.com/office/drawing/2014/main" id="{5BBE185E-E960-2B43-BC39-53B5EE6F62FA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44">
              <a:extLst>
                <a:ext uri="{FF2B5EF4-FFF2-40B4-BE49-F238E27FC236}">
                  <a16:creationId xmlns:a16="http://schemas.microsoft.com/office/drawing/2014/main" id="{46B020C4-2E2C-7E4D-A088-70EA9F33EFDC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45">
              <a:extLst>
                <a:ext uri="{FF2B5EF4-FFF2-40B4-BE49-F238E27FC236}">
                  <a16:creationId xmlns:a16="http://schemas.microsoft.com/office/drawing/2014/main" id="{0E716B8A-EC0C-8444-A50D-21336193F6CC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46">
              <a:extLst>
                <a:ext uri="{FF2B5EF4-FFF2-40B4-BE49-F238E27FC236}">
                  <a16:creationId xmlns:a16="http://schemas.microsoft.com/office/drawing/2014/main" id="{C9498E29-A721-7A4F-8A1F-124388B24FFB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47">
              <a:extLst>
                <a:ext uri="{FF2B5EF4-FFF2-40B4-BE49-F238E27FC236}">
                  <a16:creationId xmlns:a16="http://schemas.microsoft.com/office/drawing/2014/main" id="{CA084C9D-2BC9-8842-861D-C4EB41B03731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48">
              <a:extLst>
                <a:ext uri="{FF2B5EF4-FFF2-40B4-BE49-F238E27FC236}">
                  <a16:creationId xmlns:a16="http://schemas.microsoft.com/office/drawing/2014/main" id="{DC872CFA-C75E-E647-85FD-9E93EAB7EB10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49">
              <a:extLst>
                <a:ext uri="{FF2B5EF4-FFF2-40B4-BE49-F238E27FC236}">
                  <a16:creationId xmlns:a16="http://schemas.microsoft.com/office/drawing/2014/main" id="{89CC184A-1941-3043-9A0A-6763D06887CA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50">
              <a:extLst>
                <a:ext uri="{FF2B5EF4-FFF2-40B4-BE49-F238E27FC236}">
                  <a16:creationId xmlns:a16="http://schemas.microsoft.com/office/drawing/2014/main" id="{D416C618-0638-1E4C-8A45-18224F7BCD1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51">
              <a:extLst>
                <a:ext uri="{FF2B5EF4-FFF2-40B4-BE49-F238E27FC236}">
                  <a16:creationId xmlns:a16="http://schemas.microsoft.com/office/drawing/2014/main" id="{685E3C93-4E67-0C4E-9E67-2DA0764BDE1F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52">
              <a:extLst>
                <a:ext uri="{FF2B5EF4-FFF2-40B4-BE49-F238E27FC236}">
                  <a16:creationId xmlns:a16="http://schemas.microsoft.com/office/drawing/2014/main" id="{3B61DA6B-E7F8-6A4E-916D-0B99C6753C2B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53">
              <a:extLst>
                <a:ext uri="{FF2B5EF4-FFF2-40B4-BE49-F238E27FC236}">
                  <a16:creationId xmlns:a16="http://schemas.microsoft.com/office/drawing/2014/main" id="{ABEEB7FD-842D-9941-B847-3B429A96B141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54">
              <a:extLst>
                <a:ext uri="{FF2B5EF4-FFF2-40B4-BE49-F238E27FC236}">
                  <a16:creationId xmlns:a16="http://schemas.microsoft.com/office/drawing/2014/main" id="{551129EB-8A3A-BE4F-A43B-4605E07DC64F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55">
              <a:extLst>
                <a:ext uri="{FF2B5EF4-FFF2-40B4-BE49-F238E27FC236}">
                  <a16:creationId xmlns:a16="http://schemas.microsoft.com/office/drawing/2014/main" id="{6CF118C9-265D-9F46-B528-C675C93CC0A1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56">
              <a:extLst>
                <a:ext uri="{FF2B5EF4-FFF2-40B4-BE49-F238E27FC236}">
                  <a16:creationId xmlns:a16="http://schemas.microsoft.com/office/drawing/2014/main" id="{5825FF17-31CF-C643-BCB6-DC1F67828F78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57">
              <a:extLst>
                <a:ext uri="{FF2B5EF4-FFF2-40B4-BE49-F238E27FC236}">
                  <a16:creationId xmlns:a16="http://schemas.microsoft.com/office/drawing/2014/main" id="{9F80D29D-907F-314F-A46E-E102B9A100B7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58">
              <a:extLst>
                <a:ext uri="{FF2B5EF4-FFF2-40B4-BE49-F238E27FC236}">
                  <a16:creationId xmlns:a16="http://schemas.microsoft.com/office/drawing/2014/main" id="{EA1C2869-E080-4741-B819-E1C826DBBAB3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59">
              <a:extLst>
                <a:ext uri="{FF2B5EF4-FFF2-40B4-BE49-F238E27FC236}">
                  <a16:creationId xmlns:a16="http://schemas.microsoft.com/office/drawing/2014/main" id="{9F76732D-A159-E343-BE90-CB5B62EC1BFC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60">
              <a:extLst>
                <a:ext uri="{FF2B5EF4-FFF2-40B4-BE49-F238E27FC236}">
                  <a16:creationId xmlns:a16="http://schemas.microsoft.com/office/drawing/2014/main" id="{4F690E1F-D4C4-B240-BCB1-997FBC9EEF80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61">
              <a:extLst>
                <a:ext uri="{FF2B5EF4-FFF2-40B4-BE49-F238E27FC236}">
                  <a16:creationId xmlns:a16="http://schemas.microsoft.com/office/drawing/2014/main" id="{CFB4E051-8C93-8146-9F41-B7B0CEDB9458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62">
              <a:extLst>
                <a:ext uri="{FF2B5EF4-FFF2-40B4-BE49-F238E27FC236}">
                  <a16:creationId xmlns:a16="http://schemas.microsoft.com/office/drawing/2014/main" id="{BC44607D-B19B-2A4D-8FF9-D712A20FE073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63">
              <a:extLst>
                <a:ext uri="{FF2B5EF4-FFF2-40B4-BE49-F238E27FC236}">
                  <a16:creationId xmlns:a16="http://schemas.microsoft.com/office/drawing/2014/main" id="{4F7A74F6-7A2F-2A4D-9B2B-A3D610693B84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164">
              <a:extLst>
                <a:ext uri="{FF2B5EF4-FFF2-40B4-BE49-F238E27FC236}">
                  <a16:creationId xmlns:a16="http://schemas.microsoft.com/office/drawing/2014/main" id="{E220B2AA-6F69-0F44-953F-57148DD8C60B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165">
              <a:extLst>
                <a:ext uri="{FF2B5EF4-FFF2-40B4-BE49-F238E27FC236}">
                  <a16:creationId xmlns:a16="http://schemas.microsoft.com/office/drawing/2014/main" id="{C641102C-E995-4F4C-A6FE-8E4F297BF16F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166">
              <a:extLst>
                <a:ext uri="{FF2B5EF4-FFF2-40B4-BE49-F238E27FC236}">
                  <a16:creationId xmlns:a16="http://schemas.microsoft.com/office/drawing/2014/main" id="{BA01481B-078C-474E-9EC4-E004CF29699D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167">
              <a:extLst>
                <a:ext uri="{FF2B5EF4-FFF2-40B4-BE49-F238E27FC236}">
                  <a16:creationId xmlns:a16="http://schemas.microsoft.com/office/drawing/2014/main" id="{9F3057AA-9374-D840-9A7B-B6FE19C5E1D9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168">
              <a:extLst>
                <a:ext uri="{FF2B5EF4-FFF2-40B4-BE49-F238E27FC236}">
                  <a16:creationId xmlns:a16="http://schemas.microsoft.com/office/drawing/2014/main" id="{943E040C-A11F-674A-8085-E80DA2A6D824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169">
              <a:extLst>
                <a:ext uri="{FF2B5EF4-FFF2-40B4-BE49-F238E27FC236}">
                  <a16:creationId xmlns:a16="http://schemas.microsoft.com/office/drawing/2014/main" id="{A5D0A7FA-D752-B04F-8797-F7C6FFB953DF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170">
              <a:extLst>
                <a:ext uri="{FF2B5EF4-FFF2-40B4-BE49-F238E27FC236}">
                  <a16:creationId xmlns:a16="http://schemas.microsoft.com/office/drawing/2014/main" id="{12E44F61-04A1-4E4E-BC6D-72525FD6B74B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171">
              <a:extLst>
                <a:ext uri="{FF2B5EF4-FFF2-40B4-BE49-F238E27FC236}">
                  <a16:creationId xmlns:a16="http://schemas.microsoft.com/office/drawing/2014/main" id="{FC356679-19E6-104E-8CF3-A887975E9355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172">
              <a:extLst>
                <a:ext uri="{FF2B5EF4-FFF2-40B4-BE49-F238E27FC236}">
                  <a16:creationId xmlns:a16="http://schemas.microsoft.com/office/drawing/2014/main" id="{6A0D904B-4BA6-0747-9DBD-6C7397F5A533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173">
              <a:extLst>
                <a:ext uri="{FF2B5EF4-FFF2-40B4-BE49-F238E27FC236}">
                  <a16:creationId xmlns:a16="http://schemas.microsoft.com/office/drawing/2014/main" id="{0A5E079C-E7FC-EA46-A0AC-29B3299C4F7D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174">
              <a:extLst>
                <a:ext uri="{FF2B5EF4-FFF2-40B4-BE49-F238E27FC236}">
                  <a16:creationId xmlns:a16="http://schemas.microsoft.com/office/drawing/2014/main" id="{84CA1159-BFD0-B949-A3D3-38316F3CCD0D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175">
              <a:extLst>
                <a:ext uri="{FF2B5EF4-FFF2-40B4-BE49-F238E27FC236}">
                  <a16:creationId xmlns:a16="http://schemas.microsoft.com/office/drawing/2014/main" id="{61954508-7EF3-9A45-96FD-431DE7D01CCE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176">
              <a:extLst>
                <a:ext uri="{FF2B5EF4-FFF2-40B4-BE49-F238E27FC236}">
                  <a16:creationId xmlns:a16="http://schemas.microsoft.com/office/drawing/2014/main" id="{7F6C5116-C0AE-4544-827C-E012665346A6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177">
              <a:extLst>
                <a:ext uri="{FF2B5EF4-FFF2-40B4-BE49-F238E27FC236}">
                  <a16:creationId xmlns:a16="http://schemas.microsoft.com/office/drawing/2014/main" id="{78D508AD-A901-D445-8B07-DAB760B1CFEB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178">
              <a:extLst>
                <a:ext uri="{FF2B5EF4-FFF2-40B4-BE49-F238E27FC236}">
                  <a16:creationId xmlns:a16="http://schemas.microsoft.com/office/drawing/2014/main" id="{9B895B72-C297-0243-8533-3124BDE3F533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179">
              <a:extLst>
                <a:ext uri="{FF2B5EF4-FFF2-40B4-BE49-F238E27FC236}">
                  <a16:creationId xmlns:a16="http://schemas.microsoft.com/office/drawing/2014/main" id="{B2DC2CFC-6234-2242-9563-BB0F330D004C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180">
              <a:extLst>
                <a:ext uri="{FF2B5EF4-FFF2-40B4-BE49-F238E27FC236}">
                  <a16:creationId xmlns:a16="http://schemas.microsoft.com/office/drawing/2014/main" id="{99DFC2F5-A121-4B41-BA63-F2857E5BDB8F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181">
              <a:extLst>
                <a:ext uri="{FF2B5EF4-FFF2-40B4-BE49-F238E27FC236}">
                  <a16:creationId xmlns:a16="http://schemas.microsoft.com/office/drawing/2014/main" id="{B1EEFD95-BE6D-4E46-8F2C-725EA20614AB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182">
              <a:extLst>
                <a:ext uri="{FF2B5EF4-FFF2-40B4-BE49-F238E27FC236}">
                  <a16:creationId xmlns:a16="http://schemas.microsoft.com/office/drawing/2014/main" id="{3797D820-4734-1A46-A67A-484B9BF60AF8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183">
              <a:extLst>
                <a:ext uri="{FF2B5EF4-FFF2-40B4-BE49-F238E27FC236}">
                  <a16:creationId xmlns:a16="http://schemas.microsoft.com/office/drawing/2014/main" id="{B192EFFA-30B4-F24B-B47B-2947CF07DA9C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184">
              <a:extLst>
                <a:ext uri="{FF2B5EF4-FFF2-40B4-BE49-F238E27FC236}">
                  <a16:creationId xmlns:a16="http://schemas.microsoft.com/office/drawing/2014/main" id="{A8666D49-64A0-B845-87BB-F940A227EE48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185">
              <a:extLst>
                <a:ext uri="{FF2B5EF4-FFF2-40B4-BE49-F238E27FC236}">
                  <a16:creationId xmlns:a16="http://schemas.microsoft.com/office/drawing/2014/main" id="{417735C8-9261-F14E-B112-A500130DC661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186">
              <a:extLst>
                <a:ext uri="{FF2B5EF4-FFF2-40B4-BE49-F238E27FC236}">
                  <a16:creationId xmlns:a16="http://schemas.microsoft.com/office/drawing/2014/main" id="{34841070-0374-494D-9BD8-BAC5D93BED7A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187">
              <a:extLst>
                <a:ext uri="{FF2B5EF4-FFF2-40B4-BE49-F238E27FC236}">
                  <a16:creationId xmlns:a16="http://schemas.microsoft.com/office/drawing/2014/main" id="{BD790E63-4286-EF44-AA8A-73AFE2DBF71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188">
              <a:extLst>
                <a:ext uri="{FF2B5EF4-FFF2-40B4-BE49-F238E27FC236}">
                  <a16:creationId xmlns:a16="http://schemas.microsoft.com/office/drawing/2014/main" id="{8E5C2B54-CC34-8E4C-A6DE-826FD7AF4DA5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189">
              <a:extLst>
                <a:ext uri="{FF2B5EF4-FFF2-40B4-BE49-F238E27FC236}">
                  <a16:creationId xmlns:a16="http://schemas.microsoft.com/office/drawing/2014/main" id="{87A1C382-711C-F848-8B13-6552BF9427D3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190">
              <a:extLst>
                <a:ext uri="{FF2B5EF4-FFF2-40B4-BE49-F238E27FC236}">
                  <a16:creationId xmlns:a16="http://schemas.microsoft.com/office/drawing/2014/main" id="{1A705A49-7BFA-184C-924F-4C86C8D8A873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191">
              <a:extLst>
                <a:ext uri="{FF2B5EF4-FFF2-40B4-BE49-F238E27FC236}">
                  <a16:creationId xmlns:a16="http://schemas.microsoft.com/office/drawing/2014/main" id="{74081880-02E6-6642-9AEF-D57D7BB6658D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192">
              <a:extLst>
                <a:ext uri="{FF2B5EF4-FFF2-40B4-BE49-F238E27FC236}">
                  <a16:creationId xmlns:a16="http://schemas.microsoft.com/office/drawing/2014/main" id="{A2655681-C4BE-174E-B117-0E093D167187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193">
              <a:extLst>
                <a:ext uri="{FF2B5EF4-FFF2-40B4-BE49-F238E27FC236}">
                  <a16:creationId xmlns:a16="http://schemas.microsoft.com/office/drawing/2014/main" id="{1B14140D-4C5A-0A4D-8B0A-CDB0E841BE41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194">
              <a:extLst>
                <a:ext uri="{FF2B5EF4-FFF2-40B4-BE49-F238E27FC236}">
                  <a16:creationId xmlns:a16="http://schemas.microsoft.com/office/drawing/2014/main" id="{0480F583-82CB-AB45-88F6-F26E1CB9F8CD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195">
              <a:extLst>
                <a:ext uri="{FF2B5EF4-FFF2-40B4-BE49-F238E27FC236}">
                  <a16:creationId xmlns:a16="http://schemas.microsoft.com/office/drawing/2014/main" id="{5A8231BE-78A9-3F46-B4A0-FE825F50A6EC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196">
              <a:extLst>
                <a:ext uri="{FF2B5EF4-FFF2-40B4-BE49-F238E27FC236}">
                  <a16:creationId xmlns:a16="http://schemas.microsoft.com/office/drawing/2014/main" id="{9E642B66-82F6-7546-834A-9387F82C3D15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197">
              <a:extLst>
                <a:ext uri="{FF2B5EF4-FFF2-40B4-BE49-F238E27FC236}">
                  <a16:creationId xmlns:a16="http://schemas.microsoft.com/office/drawing/2014/main" id="{CCCD5ECF-49A5-E745-B3B4-1781A60EE482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198">
              <a:extLst>
                <a:ext uri="{FF2B5EF4-FFF2-40B4-BE49-F238E27FC236}">
                  <a16:creationId xmlns:a16="http://schemas.microsoft.com/office/drawing/2014/main" id="{934CE9E6-EF55-9446-9D97-651A5DF855F8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199">
              <a:extLst>
                <a:ext uri="{FF2B5EF4-FFF2-40B4-BE49-F238E27FC236}">
                  <a16:creationId xmlns:a16="http://schemas.microsoft.com/office/drawing/2014/main" id="{2872CE9D-36E0-FF46-A88E-1016B2E61DFE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00">
              <a:extLst>
                <a:ext uri="{FF2B5EF4-FFF2-40B4-BE49-F238E27FC236}">
                  <a16:creationId xmlns:a16="http://schemas.microsoft.com/office/drawing/2014/main" id="{471B7BB5-ABE8-5A4D-B90B-3F619AB55FD7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01">
              <a:extLst>
                <a:ext uri="{FF2B5EF4-FFF2-40B4-BE49-F238E27FC236}">
                  <a16:creationId xmlns:a16="http://schemas.microsoft.com/office/drawing/2014/main" id="{3ACFF15C-9934-7F46-A216-B4B06576D91C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02">
              <a:extLst>
                <a:ext uri="{FF2B5EF4-FFF2-40B4-BE49-F238E27FC236}">
                  <a16:creationId xmlns:a16="http://schemas.microsoft.com/office/drawing/2014/main" id="{E9F4F433-784D-554E-9B96-20DBD95B2307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03">
              <a:extLst>
                <a:ext uri="{FF2B5EF4-FFF2-40B4-BE49-F238E27FC236}">
                  <a16:creationId xmlns:a16="http://schemas.microsoft.com/office/drawing/2014/main" id="{DA73CD80-5BD9-2D48-9B72-45D748DC5EDC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04">
              <a:extLst>
                <a:ext uri="{FF2B5EF4-FFF2-40B4-BE49-F238E27FC236}">
                  <a16:creationId xmlns:a16="http://schemas.microsoft.com/office/drawing/2014/main" id="{C3CED2FA-6DE5-2045-AD6B-5F49909CC76B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05">
              <a:extLst>
                <a:ext uri="{FF2B5EF4-FFF2-40B4-BE49-F238E27FC236}">
                  <a16:creationId xmlns:a16="http://schemas.microsoft.com/office/drawing/2014/main" id="{162155B8-F6C6-164B-B3F9-9134A863E53B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06">
              <a:extLst>
                <a:ext uri="{FF2B5EF4-FFF2-40B4-BE49-F238E27FC236}">
                  <a16:creationId xmlns:a16="http://schemas.microsoft.com/office/drawing/2014/main" id="{8214685C-899D-D34A-BF80-999E0460276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07">
              <a:extLst>
                <a:ext uri="{FF2B5EF4-FFF2-40B4-BE49-F238E27FC236}">
                  <a16:creationId xmlns:a16="http://schemas.microsoft.com/office/drawing/2014/main" id="{60743D29-7AE0-5A49-A5B8-E66D56801678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08">
              <a:extLst>
                <a:ext uri="{FF2B5EF4-FFF2-40B4-BE49-F238E27FC236}">
                  <a16:creationId xmlns:a16="http://schemas.microsoft.com/office/drawing/2014/main" id="{E465B1DA-89D1-4642-B700-B31B6CDAE4F5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09">
              <a:extLst>
                <a:ext uri="{FF2B5EF4-FFF2-40B4-BE49-F238E27FC236}">
                  <a16:creationId xmlns:a16="http://schemas.microsoft.com/office/drawing/2014/main" id="{A49DEE82-C924-3244-9D96-7327CC69C488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10">
              <a:extLst>
                <a:ext uri="{FF2B5EF4-FFF2-40B4-BE49-F238E27FC236}">
                  <a16:creationId xmlns:a16="http://schemas.microsoft.com/office/drawing/2014/main" id="{B5AEB02E-36A6-5649-ABED-1691A9398CAE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11">
              <a:extLst>
                <a:ext uri="{FF2B5EF4-FFF2-40B4-BE49-F238E27FC236}">
                  <a16:creationId xmlns:a16="http://schemas.microsoft.com/office/drawing/2014/main" id="{5F867BDB-D1D6-DB45-9575-45C004B6C52F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12">
              <a:extLst>
                <a:ext uri="{FF2B5EF4-FFF2-40B4-BE49-F238E27FC236}">
                  <a16:creationId xmlns:a16="http://schemas.microsoft.com/office/drawing/2014/main" id="{7D486009-7E7D-AC4F-932A-4884BD23EBC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13">
              <a:extLst>
                <a:ext uri="{FF2B5EF4-FFF2-40B4-BE49-F238E27FC236}">
                  <a16:creationId xmlns:a16="http://schemas.microsoft.com/office/drawing/2014/main" id="{13E8DD4B-43C7-4748-8FA7-9A15F817B40B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14">
              <a:extLst>
                <a:ext uri="{FF2B5EF4-FFF2-40B4-BE49-F238E27FC236}">
                  <a16:creationId xmlns:a16="http://schemas.microsoft.com/office/drawing/2014/main" id="{DA754564-2385-7B49-A57E-0DB80877228C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15">
              <a:extLst>
                <a:ext uri="{FF2B5EF4-FFF2-40B4-BE49-F238E27FC236}">
                  <a16:creationId xmlns:a16="http://schemas.microsoft.com/office/drawing/2014/main" id="{3AFDEE89-921A-404D-9C77-1E5D65F0F27D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16">
              <a:extLst>
                <a:ext uri="{FF2B5EF4-FFF2-40B4-BE49-F238E27FC236}">
                  <a16:creationId xmlns:a16="http://schemas.microsoft.com/office/drawing/2014/main" id="{EFBDCCD6-EE20-4B42-826D-271C83D96CD3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17">
              <a:extLst>
                <a:ext uri="{FF2B5EF4-FFF2-40B4-BE49-F238E27FC236}">
                  <a16:creationId xmlns:a16="http://schemas.microsoft.com/office/drawing/2014/main" id="{C8F82949-7DB2-E84C-92D0-E0C6DD68F311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18">
              <a:extLst>
                <a:ext uri="{FF2B5EF4-FFF2-40B4-BE49-F238E27FC236}">
                  <a16:creationId xmlns:a16="http://schemas.microsoft.com/office/drawing/2014/main" id="{3DBEFAC0-392A-304E-B2DC-8F2808A9975C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19">
              <a:extLst>
                <a:ext uri="{FF2B5EF4-FFF2-40B4-BE49-F238E27FC236}">
                  <a16:creationId xmlns:a16="http://schemas.microsoft.com/office/drawing/2014/main" id="{B21472C7-858E-F442-9500-6A0EF96FB2C3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20">
              <a:extLst>
                <a:ext uri="{FF2B5EF4-FFF2-40B4-BE49-F238E27FC236}">
                  <a16:creationId xmlns:a16="http://schemas.microsoft.com/office/drawing/2014/main" id="{96879239-DFDE-C941-AAA8-77F7CA6E163D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21">
              <a:extLst>
                <a:ext uri="{FF2B5EF4-FFF2-40B4-BE49-F238E27FC236}">
                  <a16:creationId xmlns:a16="http://schemas.microsoft.com/office/drawing/2014/main" id="{C4236744-E7CF-E04C-81FF-86E42C1B4A78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22">
              <a:extLst>
                <a:ext uri="{FF2B5EF4-FFF2-40B4-BE49-F238E27FC236}">
                  <a16:creationId xmlns:a16="http://schemas.microsoft.com/office/drawing/2014/main" id="{DAAA7038-A3DD-2044-BCF2-95975B413B33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23">
              <a:extLst>
                <a:ext uri="{FF2B5EF4-FFF2-40B4-BE49-F238E27FC236}">
                  <a16:creationId xmlns:a16="http://schemas.microsoft.com/office/drawing/2014/main" id="{F84FEF51-2D43-9D48-B909-B82DE9B7B934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24">
              <a:extLst>
                <a:ext uri="{FF2B5EF4-FFF2-40B4-BE49-F238E27FC236}">
                  <a16:creationId xmlns:a16="http://schemas.microsoft.com/office/drawing/2014/main" id="{9AB9DE00-DE01-1545-B486-A85948F6C480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25">
              <a:extLst>
                <a:ext uri="{FF2B5EF4-FFF2-40B4-BE49-F238E27FC236}">
                  <a16:creationId xmlns:a16="http://schemas.microsoft.com/office/drawing/2014/main" id="{84EE9B38-F9FC-A542-ACAC-F87670B447E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26">
              <a:extLst>
                <a:ext uri="{FF2B5EF4-FFF2-40B4-BE49-F238E27FC236}">
                  <a16:creationId xmlns:a16="http://schemas.microsoft.com/office/drawing/2014/main" id="{6518BD49-7C43-C44E-BCE6-6182200B80C2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27">
              <a:extLst>
                <a:ext uri="{FF2B5EF4-FFF2-40B4-BE49-F238E27FC236}">
                  <a16:creationId xmlns:a16="http://schemas.microsoft.com/office/drawing/2014/main" id="{991941B2-B5E5-FD4B-9B75-5794B8DA4A9E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28">
              <a:extLst>
                <a:ext uri="{FF2B5EF4-FFF2-40B4-BE49-F238E27FC236}">
                  <a16:creationId xmlns:a16="http://schemas.microsoft.com/office/drawing/2014/main" id="{8E817067-56F1-8241-A595-789D9DD5C3A0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29">
              <a:extLst>
                <a:ext uri="{FF2B5EF4-FFF2-40B4-BE49-F238E27FC236}">
                  <a16:creationId xmlns:a16="http://schemas.microsoft.com/office/drawing/2014/main" id="{64E04798-A9C2-B042-A672-1A478141DFE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30">
              <a:extLst>
                <a:ext uri="{FF2B5EF4-FFF2-40B4-BE49-F238E27FC236}">
                  <a16:creationId xmlns:a16="http://schemas.microsoft.com/office/drawing/2014/main" id="{BD0D9E33-A09F-8F41-A398-076DC9908350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31">
              <a:extLst>
                <a:ext uri="{FF2B5EF4-FFF2-40B4-BE49-F238E27FC236}">
                  <a16:creationId xmlns:a16="http://schemas.microsoft.com/office/drawing/2014/main" id="{FAD6C479-E166-8B40-A239-86FAAC16E5DF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32">
              <a:extLst>
                <a:ext uri="{FF2B5EF4-FFF2-40B4-BE49-F238E27FC236}">
                  <a16:creationId xmlns:a16="http://schemas.microsoft.com/office/drawing/2014/main" id="{5E4753FD-5223-3F40-B56D-9411C864C95A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33">
              <a:extLst>
                <a:ext uri="{FF2B5EF4-FFF2-40B4-BE49-F238E27FC236}">
                  <a16:creationId xmlns:a16="http://schemas.microsoft.com/office/drawing/2014/main" id="{7667B3F6-80EB-9C40-A568-FB50285E0529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34">
              <a:extLst>
                <a:ext uri="{FF2B5EF4-FFF2-40B4-BE49-F238E27FC236}">
                  <a16:creationId xmlns:a16="http://schemas.microsoft.com/office/drawing/2014/main" id="{49886264-F4A8-464B-9250-4EF2AD6C4323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35">
              <a:extLst>
                <a:ext uri="{FF2B5EF4-FFF2-40B4-BE49-F238E27FC236}">
                  <a16:creationId xmlns:a16="http://schemas.microsoft.com/office/drawing/2014/main" id="{BDE26F90-5C21-B544-A8F7-9DFECEFE9F2B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36">
              <a:extLst>
                <a:ext uri="{FF2B5EF4-FFF2-40B4-BE49-F238E27FC236}">
                  <a16:creationId xmlns:a16="http://schemas.microsoft.com/office/drawing/2014/main" id="{8EAC0A92-8E30-3049-A93D-32726BF54732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37">
              <a:extLst>
                <a:ext uri="{FF2B5EF4-FFF2-40B4-BE49-F238E27FC236}">
                  <a16:creationId xmlns:a16="http://schemas.microsoft.com/office/drawing/2014/main" id="{75D0EC52-B6A0-DA4F-806A-94094A1173B0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38">
              <a:extLst>
                <a:ext uri="{FF2B5EF4-FFF2-40B4-BE49-F238E27FC236}">
                  <a16:creationId xmlns:a16="http://schemas.microsoft.com/office/drawing/2014/main" id="{9AA07591-C0CA-B048-A44B-6FF13F6A1D87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39">
              <a:extLst>
                <a:ext uri="{FF2B5EF4-FFF2-40B4-BE49-F238E27FC236}">
                  <a16:creationId xmlns:a16="http://schemas.microsoft.com/office/drawing/2014/main" id="{241CD488-E74F-0249-8966-4B7EE26B106D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40">
              <a:extLst>
                <a:ext uri="{FF2B5EF4-FFF2-40B4-BE49-F238E27FC236}">
                  <a16:creationId xmlns:a16="http://schemas.microsoft.com/office/drawing/2014/main" id="{F143E4EA-15E9-4845-824A-CC2793724E6D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41">
              <a:extLst>
                <a:ext uri="{FF2B5EF4-FFF2-40B4-BE49-F238E27FC236}">
                  <a16:creationId xmlns:a16="http://schemas.microsoft.com/office/drawing/2014/main" id="{B99B1386-2176-234E-A255-87597570D484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42">
              <a:extLst>
                <a:ext uri="{FF2B5EF4-FFF2-40B4-BE49-F238E27FC236}">
                  <a16:creationId xmlns:a16="http://schemas.microsoft.com/office/drawing/2014/main" id="{25ECF244-273D-D849-9099-5D7B1F78ABA7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43">
              <a:extLst>
                <a:ext uri="{FF2B5EF4-FFF2-40B4-BE49-F238E27FC236}">
                  <a16:creationId xmlns:a16="http://schemas.microsoft.com/office/drawing/2014/main" id="{929F2F46-67B2-FE4F-A5F9-FB09317BF603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44">
              <a:extLst>
                <a:ext uri="{FF2B5EF4-FFF2-40B4-BE49-F238E27FC236}">
                  <a16:creationId xmlns:a16="http://schemas.microsoft.com/office/drawing/2014/main" id="{3DB61F72-C01A-8642-ACE7-8F8319D00881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45">
              <a:extLst>
                <a:ext uri="{FF2B5EF4-FFF2-40B4-BE49-F238E27FC236}">
                  <a16:creationId xmlns:a16="http://schemas.microsoft.com/office/drawing/2014/main" id="{41E87EC4-8AF2-5946-8ABF-ACED87AB2DD8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46">
              <a:extLst>
                <a:ext uri="{FF2B5EF4-FFF2-40B4-BE49-F238E27FC236}">
                  <a16:creationId xmlns:a16="http://schemas.microsoft.com/office/drawing/2014/main" id="{DF4B479F-9062-244F-879B-14E755B4EC1B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47">
              <a:extLst>
                <a:ext uri="{FF2B5EF4-FFF2-40B4-BE49-F238E27FC236}">
                  <a16:creationId xmlns:a16="http://schemas.microsoft.com/office/drawing/2014/main" id="{8D782EDD-ADC0-E241-A32A-01B8EB374915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48">
              <a:extLst>
                <a:ext uri="{FF2B5EF4-FFF2-40B4-BE49-F238E27FC236}">
                  <a16:creationId xmlns:a16="http://schemas.microsoft.com/office/drawing/2014/main" id="{977C2333-4889-9946-83D2-B0A1D1FA822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49">
              <a:extLst>
                <a:ext uri="{FF2B5EF4-FFF2-40B4-BE49-F238E27FC236}">
                  <a16:creationId xmlns:a16="http://schemas.microsoft.com/office/drawing/2014/main" id="{A4FF9F9C-C3E0-A14F-B403-CA90A9DE86A3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50">
              <a:extLst>
                <a:ext uri="{FF2B5EF4-FFF2-40B4-BE49-F238E27FC236}">
                  <a16:creationId xmlns:a16="http://schemas.microsoft.com/office/drawing/2014/main" id="{01BF9AD9-CBD4-8E49-9DF4-C8F25C8375FC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51">
              <a:extLst>
                <a:ext uri="{FF2B5EF4-FFF2-40B4-BE49-F238E27FC236}">
                  <a16:creationId xmlns:a16="http://schemas.microsoft.com/office/drawing/2014/main" id="{73DAE487-B685-EA45-84DC-2E25302FD551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 Placeholder 131">
            <a:extLst>
              <a:ext uri="{FF2B5EF4-FFF2-40B4-BE49-F238E27FC236}">
                <a16:creationId xmlns:a16="http://schemas.microsoft.com/office/drawing/2014/main" id="{E23617D6-CB67-9440-9D4C-1A2DA691FE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5385" y="5418007"/>
            <a:ext cx="5872572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Garamond" panose="02020404030301010803" pitchFamily="18" charset="0"/>
                <a:ea typeface="Segoe UI Symbol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Insert Speaker’s Name</a:t>
            </a:r>
          </a:p>
        </p:txBody>
      </p:sp>
      <p:pic>
        <p:nvPicPr>
          <p:cNvPr id="128" name="Picture 127" descr="A picture containing logo&#10;&#10;Description automatically generated">
            <a:extLst>
              <a:ext uri="{FF2B5EF4-FFF2-40B4-BE49-F238E27FC236}">
                <a16:creationId xmlns:a16="http://schemas.microsoft.com/office/drawing/2014/main" id="{38694178-99CA-6D48-9917-936CE935A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20737" y="188877"/>
            <a:ext cx="6244372" cy="256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1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FC32F-9B1D-1B45-BE3C-EB96F74B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94A6A-9204-D04E-9D61-1FFC9D6BF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11485-6343-EF4D-949C-7F6C78560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03/09/25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EE40F-82AF-2D4F-BED4-97DB4F948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03BD8-DB06-434B-B7F5-72503EDF0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4C2D5-492D-6245-ACBF-A703392A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0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From channel charting to EMS configuration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300"/>
              <a:t>M. Maleki, R. Aghazadeh Ayoubi, M. Mizmizi, U. Spagnolini  |  Politecnico di Milano  |  24/10/26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5504688"/>
            <a:ext cx="78821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1">
                <a:solidFill>
                  <a:srgbClr val="FFFFFF"/>
                </a:solidFill>
                <a:latin typeface="Calibri"/>
              </a:rPr>
              <a:t>AoA estimation and beam selection with few sweeps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From channel charting to EMS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148840" y="5486400"/>
            <a:ext cx="7882127" cy="411480"/>
          </a:xfrm>
        </p:spPr>
        <p:txBody>
          <a:bodyPr/>
          <a:lstStyle/>
          <a:p>
            <a:pPr algn="ctr"/>
            <a:r>
              <a:rPr sz="1600">
                <a:solidFill>
                  <a:srgbClr val="FFFFFF"/>
                </a:solidFill>
              </a:rPr>
              <a:t>AoA estimation and beam selection with few sweeps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300"/>
              <a:t>M. Maleki, R. Aghazadeh Ayoubi, M. Mizmizi, U. Spagnolini  |  Politecnico di Milano  |  24/10/26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5504688"/>
            <a:ext cx="788212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1">
                <a:solidFill>
                  <a:srgbClr val="FFFFFF"/>
                </a:solidFill>
                <a:latin typeface="Calibri"/>
              </a:rPr>
              <a:t>AoA estimation and beam selection with few sweeps</a:t>
            </a:r>
          </a:p>
        </p:txBody>
      </p:sp>
    </p:spTree>
    <p:extLst>
      <p:ext uri="{BB962C8B-B14F-4D97-AF65-F5344CB8AC3E}">
        <p14:creationId xmlns:p14="http://schemas.microsoft.com/office/powerpoint/2010/main" val="36129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Smart radio environment: two EMSs help one base 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Our TWC paper: electromagnetic surfaces (EMSs) improve channel charting for localisation.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pic>
        <p:nvPicPr>
          <p:cNvPr id="7" name="Picture 6" descr="system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31190"/>
            <a:ext cx="6309360" cy="40070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097280"/>
            <a:ext cx="4754880" cy="214884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188720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18488"/>
            <a:ext cx="438912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30 GHz urban street, Sionna ray tracing; BS with 32 antennas.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Two passive EMSs (60x60 elements, lambda/2) on building walls;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3200 users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on a grid.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A user reaches the BS directly (h^d) and through each EMS (h^EMS).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383280"/>
            <a:ext cx="4754880" cy="27889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3474720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Channel charting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04488"/>
            <a:ext cx="4389120" cy="2176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Each user: covariance of its uplink channel at the BS.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Log-Euclidean distance between covariances -&gt;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semi-supervised t-SNE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(15% labelled anchors).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The chart places users so that similar channels are neighbours: with position labels it estimates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where the user is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Paper result: EMS configurations make the chart more accurate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A few static EMS configurations (slots) give one chart each; fusing them per user halves the error.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pic>
        <p:nvPicPr>
          <p:cNvPr id="7" name="Picture 6" descr="cdf_m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16817"/>
            <a:ext cx="5760720" cy="46358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097280"/>
            <a:ext cx="5303520" cy="237744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49377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Multi-slot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18488"/>
            <a:ext cx="4937759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K static EMS phase profiles, one uplink acquisition each,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no knowledge of the user needed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One chart per configuration; per user, charts weighted by their quality (trustworthiness / continuity).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11880"/>
            <a:ext cx="5303520" cy="25603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703320"/>
            <a:ext cx="49377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Positioning error (mean)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7"/>
            <a:ext cx="4937759" cy="1947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No EMS: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17.5 m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 -&gt;  best single configuration: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11 m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Per-acquisition weighting: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8.7 m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 -&gt;  point-wise weighting: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7.2 m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Message: the EMS shapes the radio map, and a few configurations are enough.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New goal: configure the EMS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To steer the EMS toward a user we need its direction; to learn the direction we must first illuminate it.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669280" cy="23317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A reconfigurable surface needs a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5303520" cy="1719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The EMS (a RIS) reflects toward one direction per phase profile: a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codebook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of beams.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Best beam for a user = the one pointing at its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angle of arrival (AoA)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at the EMS, which is unknown.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66160"/>
            <a:ext cx="5669280" cy="260604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The cost of finding it by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87368"/>
            <a:ext cx="53035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Exhaustive sweep: try every beam, keep the strongest: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68 beams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(60x60),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272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(240x240).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Guided searches (greedy, hierarchical) need fewer sweeps but still several per user.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Cyclic dilemma: steering needs the angle, measuring needs steering.</a:t>
            </a:r>
          </a:p>
        </p:txBody>
      </p:sp>
      <p:pic>
        <p:nvPicPr>
          <p:cNvPr id="13" name="Picture 12" descr="asilomar_full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866" y="1097280"/>
            <a:ext cx="443882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Proposed: channel charting of the angle, then a look-up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The paper's static slots become training acquisitions; the chart learns the AoA instead of the position.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5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pic>
        <p:nvPicPr>
          <p:cNvPr id="7" name="Picture 6" descr="asilomar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3609"/>
            <a:ext cx="11338559" cy="31963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38912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480559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1  K training acquisitions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10327"/>
            <a:ext cx="329184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Static EMS configurations, as in the paper.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Informed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: chosen from the angular spread of the anchors.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438912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4480559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2  Angular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4910327"/>
            <a:ext cx="329184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Semi-supervised t-SNE labelled with the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azimuth at the EMS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; per user, the most trustworthy of the K 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438912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5" y="4480559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3  Look-up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5" y="4910327"/>
            <a:ext cx="329184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Azimuth -&gt; codeword through the steering law: the EMS serves the user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without sweeping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Who needs the EMS? The users in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Only users without a usable BS link gain from the EMS: in our scenario, 28% of the users.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pic>
        <p:nvPicPr>
          <p:cNvPr id="7" name="Picture 6" descr="scenario_link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2" y="1051560"/>
            <a:ext cx="3630415" cy="51663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097280"/>
            <a:ext cx="5943600" cy="14173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188720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Line of sight: 811 users 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18488"/>
            <a:ext cx="55778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Strong direct link: the EMS is not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5943600" cy="160020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Reflection only: 1504 users (47%)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72968"/>
            <a:ext cx="5577840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A wall reflection reaches the BS, about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30 dB stronger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than the best EMS path: the EMS adds less than 0.01 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4389120"/>
            <a:ext cx="5943600" cy="178308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480559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Full NLOS: 885 users (28%)  -&gt;  our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910327"/>
            <a:ext cx="557784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No BS-UE channel at all: the EMS is their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only link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. All results below are for these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Each EMS evaluated on its own: its chart, its beams, the users it reaches.</a:t>
            </a:r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7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532120" cy="237744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51663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Surfaces and codebooks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5166359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Real 60x60 EMS (ray-traced); synthetic 120x120 ... 240x240 (fitted spherical-wave model).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Codebook from the beamwidth: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68 beams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(60x60) to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272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(240x240).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Estimated channels: 23 dBm, -92 dBm noise, 60 dB pilot 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532120" cy="237744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188720"/>
            <a:ext cx="51663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Training (K acquisitions)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18488"/>
            <a:ext cx="5166359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A33"/>
                </a:solidFill>
                <a:latin typeface="Calibri"/>
              </a:rPr>
              <a:t>Informed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: training beams cover the angular groups of the anchors (prior).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A33"/>
                </a:solidFill>
                <a:latin typeface="Calibri"/>
              </a:rPr>
              <a:t>Coarse-to-fine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: one fixed ever-finer order (no prior).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A33"/>
                </a:solidFill>
                <a:latin typeface="Calibri"/>
              </a:rPr>
              <a:t>Random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: random codewords (no prior), 10 draws.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11880"/>
            <a:ext cx="5532120" cy="25603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51663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Baselines (same sweep budget)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33087"/>
            <a:ext cx="5166359" cy="1947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A33"/>
                </a:solidFill>
                <a:latin typeface="Calibri"/>
              </a:rPr>
              <a:t>Greedy search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hierarchical search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over the beams pointing at the user groups (same prior).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Exhaustive search (68 ... 272 sweeps) as the upper bound.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11880"/>
            <a:ext cx="5532120" cy="25603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703320"/>
            <a:ext cx="51663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5FA8"/>
                </a:solidFill>
                <a:latin typeface="Calibri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33087"/>
            <a:ext cx="5166359" cy="1947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A33"/>
                </a:solidFill>
                <a:latin typeface="Calibri"/>
              </a:rPr>
              <a:t>Pointing error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of the chosen beam, in beamwidths (1 beamwidth = 1.7 deg at broadside, 60x60).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B2A33"/>
                </a:solidFill>
                <a:latin typeface="Calibri"/>
              </a:rPr>
              <a:t>SNR gain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of the chosen beam vs the unsteered EMS (zero phase), median over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Case 1: EMS1 installed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Which users in outage can EMS1 serve, and how well does the chart locate them?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pic>
        <p:nvPicPr>
          <p:cNvPr id="7" name="Picture 6" descr="coverage_EM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37" y="1051560"/>
            <a:ext cx="4300645" cy="51663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097280"/>
            <a:ext cx="5669280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Per-user error map of the t-SNE angle estimate, K = 3 (EMS1 trained alone).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Exists: serving_deployments/.../figures/per_user/1_informed_prior/map_M60_raytraced_K3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or: estimated vs true azimuth (truevsest_M60_raytraced).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Case 1: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With 1-3 sweeps the chart beats a guided search; with more sweeps, search catches up.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9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7498079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Median pointing error and median SNR gain vs number of sweeps (EMS1 trained alone):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t-SNE, t-SNE + neighbours, greedy and hierarchical search (clusters), exhaustive.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Exists as one column of figures_previous_style_newmetric/1_informed_prior; I can draw a 2-panel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474720" cy="50749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18872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Key numbers (real 60x60)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18488"/>
            <a:ext cx="310896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SNR gain at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1 sweep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: t-SNE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16.3 dB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, greedy 9.5 dB, hierarchical 8.7 dB.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Angle saturates after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3 acquisitions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 (median 2.1 deg).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From about 5 sweeps the guided search reaches t-SNE.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Case 2: EMS2 installed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EMS2 sees its users in three separate angular groups: one training beam lights only one.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10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pic>
        <p:nvPicPr>
          <p:cNvPr id="7" name="Picture 6" descr="coverage_EM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37" y="1051560"/>
            <a:ext cx="4300645" cy="51663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097280"/>
            <a:ext cx="5669280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Estimated vs true azimuth for K = 1 and K = 3 (EMS2): with one acquisition, whole groups are misplaced; with three, they line up.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Exists: figures/per_user/1_informed_prior/truevsest_M60_raytraced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Case 2: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Real 60x60: a guided search is as good early on; on larger surfaces the chart leads.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532120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Median SNR gain vs sweeps, EMS2 trained alone, real 60x60.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532120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Same for the 240x240 surface: t-SNE leads at 2-5 sweeps (25.6 vs 17.0 dB at 3 sweeps).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Training choice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Placing the training beams on the user groups (informed) beats random or fixed training.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12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7498079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Median angle error vs K: informed vs coarse-to-fine vs random, EMS1 and EMS2 (trained alone).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Numbers exist (EMS2, real 60x60): K = 3: 3.7 deg informed vs 37 deg random; K = 10: 1.9 vs 14 deg.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474720" cy="50749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18872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B85042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18488"/>
            <a:ext cx="310896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A chart places a user well only if a training beam lights it.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A33"/>
                </a:solidFill>
                <a:latin typeface="Calibri"/>
              </a:rPr>
              <a:t>Informed training needs </a:t>
            </a:r>
            <a:r>
              <a:rPr sz="1400" b="1" i="0">
                <a:solidFill>
                  <a:srgbClr val="2B2A33"/>
                </a:solidFill>
                <a:latin typeface="Calibri"/>
              </a:rPr>
              <a:t>one beam per user group</a:t>
            </a:r>
            <a:r>
              <a:rPr sz="1400" b="0" i="0">
                <a:solidFill>
                  <a:srgbClr val="2B2A33"/>
                </a:solidFill>
                <a:latin typeface="Calibri"/>
              </a:rPr>
              <a:t>: about 3 for EMS2, instead of 6 (coarse-to-fine) or 10+ (random).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13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1201400" cy="5074920"/>
          </a:xfrm>
          <a:prstGeom prst="roundRect">
            <a:avLst>
              <a:gd name="adj" fmla="val 10000"/>
            </a:avLst>
          </a:prstGeom>
          <a:solidFill>
            <a:srgbClr val="EF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835640" cy="489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B2A33"/>
                </a:solidFill>
                <a:latin typeface="Calibri"/>
              </a:rPr>
              <a:t>From localisation to configuration</a:t>
            </a:r>
            <a:r>
              <a:rPr sz="1500" b="0" i="0">
                <a:solidFill>
                  <a:srgbClr val="2B2A33"/>
                </a:solidFill>
                <a:latin typeface="Calibri"/>
              </a:rPr>
              <a:t>: the same static EMS slots, labelled with the AoA, let the BS choose the EMS beam without sweeping.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B2A33"/>
                </a:solidFill>
                <a:latin typeface="Calibri"/>
              </a:rPr>
              <a:t>Target users</a:t>
            </a:r>
            <a:r>
              <a:rPr sz="1500" b="0" i="0">
                <a:solidFill>
                  <a:srgbClr val="2B2A33"/>
                </a:solidFill>
                <a:latin typeface="Calibri"/>
              </a:rPr>
              <a:t>: only full-NLOS users gain from the EMS (28% here); line-of-sight and wall-reflection users do not need it.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B2A33"/>
                </a:solidFill>
                <a:latin typeface="Calibri"/>
              </a:rPr>
              <a:t>Few sweeps</a:t>
            </a:r>
            <a:r>
              <a:rPr sz="1500" b="0" i="0">
                <a:solidFill>
                  <a:srgbClr val="2B2A33"/>
                </a:solidFill>
                <a:latin typeface="Calibri"/>
              </a:rPr>
              <a:t>: with 1-3 acquisitions the chart serves users better than a guided search (EMS1; larger surfaces), and saturates at about 3.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B2A33"/>
                </a:solidFill>
                <a:latin typeface="Calibri"/>
              </a:rPr>
              <a:t>Informed training</a:t>
            </a:r>
            <a:r>
              <a:rPr sz="1500" b="0" i="0">
                <a:solidFill>
                  <a:srgbClr val="2B2A33"/>
                </a:solidFill>
                <a:latin typeface="Calibri"/>
              </a:rPr>
              <a:t> (one beam per user group) is the key ingredient; a few users still get a wrong group (the tail).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B2A33"/>
                </a:solidFill>
                <a:latin typeface="Calibri"/>
              </a:rPr>
              <a:t>Next: hybrid t-SNE + short search for the tail; joint use of both EMSs (backup).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Backup: both EMSs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40080"/>
            <a:ext cx="9829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B85042"/>
                </a:solidFill>
                <a:latin typeface="Calibri"/>
              </a:rPr>
              <a:t>Joint channel, separate inference per EMS; or one joint chart for both angles.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26B062C-0E1A-FD40-BA74-37E0A99E06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68435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05932-A5AC-0F49-97BA-61685A260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684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14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2E1B3-398F-5507-D908-170BE772A9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64684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t>24/10/26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532120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Joint channel, separate charts: EMS2 at K = 1 improves from 46 deg (alone) to 9 deg (joint).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Exists: serving_single_ems/.../figures_TEMP/fig_angle_joint_vs_separated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532120" cy="507492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A99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B6670"/>
                </a:solidFill>
                <a:latin typeface="Calibri"/>
              </a:rPr>
              <a:t>FIGURE TO DECIDE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One joint 2-D chart (both angles): clearly worse (6-15 deg vs 2-4 deg).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B6670"/>
                </a:solidFill>
                <a:latin typeface="Calibri"/>
              </a:rPr>
              <a:t>Exists: serving_joint_chart/.../figures/shell_order_bothReached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IROS2016-MovingObject</Template>
  <TotalTime>1200</TotalTime>
  <Words>1573</Words>
  <Application>Microsoft Office PowerPoint</Application>
  <PresentationFormat>Widescreen</PresentationFormat>
  <Paragraphs>155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Brandon Grotesque Regular</vt:lpstr>
      <vt:lpstr>Brush Script MT</vt:lpstr>
      <vt:lpstr>Calibri</vt:lpstr>
      <vt:lpstr>Garamond</vt:lpstr>
      <vt:lpstr>Segoe UI Symbol</vt:lpstr>
      <vt:lpstr>Custom Design</vt:lpstr>
      <vt:lpstr>From channel charting to EMS configuration</vt:lpstr>
      <vt:lpstr>From channel charting to EMS configuration</vt:lpstr>
      <vt:lpstr>Smart radio environment: two EMSs help one base station</vt:lpstr>
      <vt:lpstr>Paper result: EMS configurations make the chart more accurate</vt:lpstr>
      <vt:lpstr>New goal: configure the EMS itself</vt:lpstr>
      <vt:lpstr>Proposed: channel charting of the angle, then a look-up table</vt:lpstr>
      <vt:lpstr>Who needs the EMS? The users in outage</vt:lpstr>
      <vt:lpstr>Evaluation setup</vt:lpstr>
      <vt:lpstr>Case 1: EMS1 installed</vt:lpstr>
      <vt:lpstr>Case 1: results</vt:lpstr>
      <vt:lpstr>Case 2: EMS2 installed</vt:lpstr>
      <vt:lpstr>Case 2: results</vt:lpstr>
      <vt:lpstr>Training choice matters</vt:lpstr>
      <vt:lpstr>Takeaways</vt:lpstr>
      <vt:lpstr>Backup: both EMSs present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 permittivity and its dispersion</dc:title>
  <dc:creator>rizianno</dc:creator>
  <cp:lastModifiedBy>Reza Aghazadeh Ayoubi</cp:lastModifiedBy>
  <cp:revision>11</cp:revision>
  <cp:lastPrinted>2020-11-18T22:52:05Z</cp:lastPrinted>
  <dcterms:created xsi:type="dcterms:W3CDTF">2016-09-20T08:51:36Z</dcterms:created>
  <dcterms:modified xsi:type="dcterms:W3CDTF">2026-10-24T21:35:15Z</dcterms:modified>
</cp:coreProperties>
</file>
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8" r:id="rId1"/>
  </p:sldMasterIdLst>
  <p:notesMasterIdLst>
    <p:notesMasterId r:id="rId16"/>
  </p:notesMasterIdLst>
  <p:handoutMasterIdLst>
    <p:handoutMasterId r:id="rId17"/>
  </p:handoutMasterIdLst>
  <p:sldIdLst>
    <p:sldId id="256" r:id="rId2"/>
    <p:sldId id="270" r:id="rId23"/>
    <p:sldId id="257" r:id="rId3"/>
    <p:sldId id="271" r:id="rId24"/>
    <p:sldId id="272" r:id="rId25"/>
    <p:sldId id="258" r:id="rId4"/>
    <p:sldId id="259" r:id="rId5"/>
    <p:sldId id="260" r:id="rId6"/>
    <p:sldId id="273" r:id="rId26"/>
    <p:sldId id="274" r:id="rId27"/>
    <p:sldId id="275" r:id="rId28"/>
    <p:sldId id="276" r:id="rId29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4669E3F-673C-6444-9C4E-28D507F6BDC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4B691"/>
    <a:srgbClr val="19415C"/>
    <a:srgbClr val="FFFF66"/>
    <a:srgbClr val="5A7486"/>
    <a:srgbClr val="FF9500"/>
    <a:srgbClr val="2B7FD5"/>
    <a:srgbClr val="E7E7E7"/>
    <a:srgbClr val="C0D8EE"/>
    <a:srgbClr val="297FD6"/>
    <a:srgbClr val="C1D8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tile chiaro 2 - Colore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Stile medio 1 - Color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essuno stile, nessuna grigli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Stile medio 2 - Color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B344D84-9AFB-497E-A393-DC336BA19D2E}" styleName="Medium Style 3 –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14"/>
    <p:restoredTop sz="95304"/>
  </p:normalViewPr>
  <p:slideViewPr>
    <p:cSldViewPr snapToGrid="0">
      <p:cViewPr>
        <p:scale>
          <a:sx n="75" d="100"/>
          <a:sy n="75" d="100"/>
        </p:scale>
        <p:origin x="188" y="-1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za Aghazadeh Ayoubi" userId="1c37a5b5-255c-4007-b41f-660a076884f2" providerId="ADAL" clId="{9D7E36C9-89B4-4CB9-B2A0-40DA6B36C8F1}"/>
    <pc:docChg chg="custSel delSld modSld modSection">
      <pc:chgData name="Reza Aghazadeh Ayoubi" userId="1c37a5b5-255c-4007-b41f-660a076884f2" providerId="ADAL" clId="{9D7E36C9-89B4-4CB9-B2A0-40DA6B36C8F1}" dt="2026-10-24T21:43:05.928" v="15" actId="478"/>
      <pc:docMkLst>
        <pc:docMk/>
      </pc:docMkLst>
      <pc:sldChg chg="delSp mod">
        <pc:chgData name="Reza Aghazadeh Ayoubi" userId="1c37a5b5-255c-4007-b41f-660a076884f2" providerId="ADAL" clId="{9D7E36C9-89B4-4CB9-B2A0-40DA6B36C8F1}" dt="2026-10-24T21:43:05.928" v="15" actId="478"/>
        <pc:sldMkLst>
          <pc:docMk/>
          <pc:sldMk cId="0" sldId="257"/>
        </pc:sldMkLst>
        <pc:spChg chg="del">
          <ac:chgData name="Reza Aghazadeh Ayoubi" userId="1c37a5b5-255c-4007-b41f-660a076884f2" providerId="ADAL" clId="{9D7E36C9-89B4-4CB9-B2A0-40DA6B36C8F1}" dt="2026-10-24T21:43:05.928" v="15" actId="478"/>
          <ac:spMkLst>
            <pc:docMk/>
            <pc:sldMk cId="0" sldId="257"/>
            <ac:spMk id="2" creationId="{00000000-0000-0000-0000-000000000000}"/>
          </ac:spMkLst>
        </pc:spChg>
        <pc:spChg chg="del">
          <ac:chgData name="Reza Aghazadeh Ayoubi" userId="1c37a5b5-255c-4007-b41f-660a076884f2" providerId="ADAL" clId="{9D7E36C9-89B4-4CB9-B2A0-40DA6B36C8F1}" dt="2026-10-24T21:40:05.692" v="2" actId="478"/>
          <ac:spMkLst>
            <pc:docMk/>
            <pc:sldMk cId="0" sldId="257"/>
            <ac:spMk id="4" creationId="{00000000-0000-0000-0000-000000000000}"/>
          </ac:spMkLst>
        </pc:spChg>
      </pc:sldChg>
      <pc:sldChg chg="delSp mod">
        <pc:chgData name="Reza Aghazadeh Ayoubi" userId="1c37a5b5-255c-4007-b41f-660a076884f2" providerId="ADAL" clId="{9D7E36C9-89B4-4CB9-B2A0-40DA6B36C8F1}" dt="2026-10-24T21:40:08.382" v="3" actId="478"/>
        <pc:sldMkLst>
          <pc:docMk/>
          <pc:sldMk cId="0" sldId="258"/>
        </pc:sldMkLst>
        <pc:spChg chg="del">
          <ac:chgData name="Reza Aghazadeh Ayoubi" userId="1c37a5b5-255c-4007-b41f-660a076884f2" providerId="ADAL" clId="{9D7E36C9-89B4-4CB9-B2A0-40DA6B36C8F1}" dt="2026-10-24T21:40:08.382" v="3" actId="478"/>
          <ac:spMkLst>
            <pc:docMk/>
            <pc:sldMk cId="0" sldId="258"/>
            <ac:spMk id="4" creationId="{00000000-0000-0000-0000-000000000000}"/>
          </ac:spMkLst>
        </pc:spChg>
      </pc:sldChg>
      <pc:sldChg chg="delSp mod">
        <pc:chgData name="Reza Aghazadeh Ayoubi" userId="1c37a5b5-255c-4007-b41f-660a076884f2" providerId="ADAL" clId="{9D7E36C9-89B4-4CB9-B2A0-40DA6B36C8F1}" dt="2026-10-24T21:40:11.325" v="4" actId="478"/>
        <pc:sldMkLst>
          <pc:docMk/>
          <pc:sldMk cId="0" sldId="259"/>
        </pc:sldMkLst>
        <pc:spChg chg="del">
          <ac:chgData name="Reza Aghazadeh Ayoubi" userId="1c37a5b5-255c-4007-b41f-660a076884f2" providerId="ADAL" clId="{9D7E36C9-89B4-4CB9-B2A0-40DA6B36C8F1}" dt="2026-10-24T21:40:11.325" v="4" actId="478"/>
          <ac:spMkLst>
            <pc:docMk/>
            <pc:sldMk cId="0" sldId="259"/>
            <ac:spMk id="2" creationId="{00000000-0000-0000-0000-000000000000}"/>
          </ac:spMkLst>
        </pc:spChg>
      </pc:sldChg>
      <pc:sldChg chg="delSp mod">
        <pc:chgData name="Reza Aghazadeh Ayoubi" userId="1c37a5b5-255c-4007-b41f-660a076884f2" providerId="ADAL" clId="{9D7E36C9-89B4-4CB9-B2A0-40DA6B36C8F1}" dt="2026-10-24T21:40:13.858" v="5" actId="478"/>
        <pc:sldMkLst>
          <pc:docMk/>
          <pc:sldMk cId="0" sldId="260"/>
        </pc:sldMkLst>
        <pc:spChg chg="del">
          <ac:chgData name="Reza Aghazadeh Ayoubi" userId="1c37a5b5-255c-4007-b41f-660a076884f2" providerId="ADAL" clId="{9D7E36C9-89B4-4CB9-B2A0-40DA6B36C8F1}" dt="2026-10-24T21:40:13.858" v="5" actId="478"/>
          <ac:spMkLst>
            <pc:docMk/>
            <pc:sldMk cId="0" sldId="260"/>
            <ac:spMk id="2" creationId="{00000000-0000-0000-0000-000000000000}"/>
          </ac:spMkLst>
        </pc:spChg>
      </pc:sldChg>
      <pc:sldChg chg="delSp mod">
        <pc:chgData name="Reza Aghazadeh Ayoubi" userId="1c37a5b5-255c-4007-b41f-660a076884f2" providerId="ADAL" clId="{9D7E36C9-89B4-4CB9-B2A0-40DA6B36C8F1}" dt="2026-10-24T21:40:16.976" v="6" actId="478"/>
        <pc:sldMkLst>
          <pc:docMk/>
          <pc:sldMk cId="0" sldId="261"/>
        </pc:sldMkLst>
        <pc:spChg chg="del">
          <ac:chgData name="Reza Aghazadeh Ayoubi" userId="1c37a5b5-255c-4007-b41f-660a076884f2" providerId="ADAL" clId="{9D7E36C9-89B4-4CB9-B2A0-40DA6B36C8F1}" dt="2026-10-24T21:40:16.976" v="6" actId="478"/>
          <ac:spMkLst>
            <pc:docMk/>
            <pc:sldMk cId="0" sldId="261"/>
            <ac:spMk id="2" creationId="{00000000-0000-0000-0000-000000000000}"/>
          </ac:spMkLst>
        </pc:spChg>
      </pc:sldChg>
      <pc:sldChg chg="delSp mod">
        <pc:chgData name="Reza Aghazadeh Ayoubi" userId="1c37a5b5-255c-4007-b41f-660a076884f2" providerId="ADAL" clId="{9D7E36C9-89B4-4CB9-B2A0-40DA6B36C8F1}" dt="2026-10-24T21:40:21.281" v="7" actId="478"/>
        <pc:sldMkLst>
          <pc:docMk/>
          <pc:sldMk cId="0" sldId="262"/>
        </pc:sldMkLst>
        <pc:spChg chg="del">
          <ac:chgData name="Reza Aghazadeh Ayoubi" userId="1c37a5b5-255c-4007-b41f-660a076884f2" providerId="ADAL" clId="{9D7E36C9-89B4-4CB9-B2A0-40DA6B36C8F1}" dt="2026-10-24T21:40:21.281" v="7" actId="478"/>
          <ac:spMkLst>
            <pc:docMk/>
            <pc:sldMk cId="0" sldId="262"/>
            <ac:spMk id="2" creationId="{00000000-0000-0000-0000-000000000000}"/>
          </ac:spMkLst>
        </pc:spChg>
      </pc:sldChg>
      <pc:sldChg chg="delSp modSp mod">
        <pc:chgData name="Reza Aghazadeh Ayoubi" userId="1c37a5b5-255c-4007-b41f-660a076884f2" providerId="ADAL" clId="{9D7E36C9-89B4-4CB9-B2A0-40DA6B36C8F1}" dt="2026-10-24T21:40:23.560" v="8" actId="478"/>
        <pc:sldMkLst>
          <pc:docMk/>
          <pc:sldMk cId="0" sldId="263"/>
        </pc:sldMkLst>
        <pc:spChg chg="del">
          <ac:chgData name="Reza Aghazadeh Ayoubi" userId="1c37a5b5-255c-4007-b41f-660a076884f2" providerId="ADAL" clId="{9D7E36C9-89B4-4CB9-B2A0-40DA6B36C8F1}" dt="2026-10-24T21:40:23.560" v="8" actId="478"/>
          <ac:spMkLst>
            <pc:docMk/>
            <pc:sldMk cId="0" sldId="263"/>
            <ac:spMk id="2" creationId="{00000000-0000-0000-0000-000000000000}"/>
          </ac:spMkLst>
        </pc:spChg>
      </pc:sldChg>
      <pc:sldChg chg="delSp mod">
        <pc:chgData name="Reza Aghazadeh Ayoubi" userId="1c37a5b5-255c-4007-b41f-660a076884f2" providerId="ADAL" clId="{9D7E36C9-89B4-4CB9-B2A0-40DA6B36C8F1}" dt="2026-10-24T21:40:26.299" v="9" actId="478"/>
        <pc:sldMkLst>
          <pc:docMk/>
          <pc:sldMk cId="0" sldId="264"/>
        </pc:sldMkLst>
        <pc:spChg chg="del">
          <ac:chgData name="Reza Aghazadeh Ayoubi" userId="1c37a5b5-255c-4007-b41f-660a076884f2" providerId="ADAL" clId="{9D7E36C9-89B4-4CB9-B2A0-40DA6B36C8F1}" dt="2026-10-24T21:40:26.299" v="9" actId="478"/>
          <ac:spMkLst>
            <pc:docMk/>
            <pc:sldMk cId="0" sldId="264"/>
            <ac:spMk id="2" creationId="{00000000-0000-0000-0000-000000000000}"/>
          </ac:spMkLst>
        </pc:spChg>
      </pc:sldChg>
      <pc:sldChg chg="delSp mod">
        <pc:chgData name="Reza Aghazadeh Ayoubi" userId="1c37a5b5-255c-4007-b41f-660a076884f2" providerId="ADAL" clId="{9D7E36C9-89B4-4CB9-B2A0-40DA6B36C8F1}" dt="2026-10-24T21:40:29.076" v="10" actId="478"/>
        <pc:sldMkLst>
          <pc:docMk/>
          <pc:sldMk cId="0" sldId="265"/>
        </pc:sldMkLst>
        <pc:spChg chg="del">
          <ac:chgData name="Reza Aghazadeh Ayoubi" userId="1c37a5b5-255c-4007-b41f-660a076884f2" providerId="ADAL" clId="{9D7E36C9-89B4-4CB9-B2A0-40DA6B36C8F1}" dt="2026-10-24T21:40:29.076" v="10" actId="478"/>
          <ac:spMkLst>
            <pc:docMk/>
            <pc:sldMk cId="0" sldId="265"/>
            <ac:spMk id="2" creationId="{00000000-0000-0000-0000-000000000000}"/>
          </ac:spMkLst>
        </pc:spChg>
      </pc:sldChg>
      <pc:sldChg chg="delSp mod">
        <pc:chgData name="Reza Aghazadeh Ayoubi" userId="1c37a5b5-255c-4007-b41f-660a076884f2" providerId="ADAL" clId="{9D7E36C9-89B4-4CB9-B2A0-40DA6B36C8F1}" dt="2026-10-24T21:40:30.809" v="11" actId="478"/>
        <pc:sldMkLst>
          <pc:docMk/>
          <pc:sldMk cId="0" sldId="266"/>
        </pc:sldMkLst>
        <pc:spChg chg="del">
          <ac:chgData name="Reza Aghazadeh Ayoubi" userId="1c37a5b5-255c-4007-b41f-660a076884f2" providerId="ADAL" clId="{9D7E36C9-89B4-4CB9-B2A0-40DA6B36C8F1}" dt="2026-10-24T21:40:30.809" v="11" actId="478"/>
          <ac:spMkLst>
            <pc:docMk/>
            <pc:sldMk cId="0" sldId="266"/>
            <ac:spMk id="2" creationId="{00000000-0000-0000-0000-000000000000}"/>
          </ac:spMkLst>
        </pc:spChg>
      </pc:sldChg>
      <pc:sldChg chg="delSp mod">
        <pc:chgData name="Reza Aghazadeh Ayoubi" userId="1c37a5b5-255c-4007-b41f-660a076884f2" providerId="ADAL" clId="{9D7E36C9-89B4-4CB9-B2A0-40DA6B36C8F1}" dt="2026-10-24T21:40:32.955" v="12" actId="478"/>
        <pc:sldMkLst>
          <pc:docMk/>
          <pc:sldMk cId="0" sldId="267"/>
        </pc:sldMkLst>
        <pc:spChg chg="del">
          <ac:chgData name="Reza Aghazadeh Ayoubi" userId="1c37a5b5-255c-4007-b41f-660a076884f2" providerId="ADAL" clId="{9D7E36C9-89B4-4CB9-B2A0-40DA6B36C8F1}" dt="2026-10-24T21:40:32.955" v="12" actId="478"/>
          <ac:spMkLst>
            <pc:docMk/>
            <pc:sldMk cId="0" sldId="267"/>
            <ac:spMk id="2" creationId="{00000000-0000-0000-0000-000000000000}"/>
          </ac:spMkLst>
        </pc:spChg>
      </pc:sldChg>
      <pc:sldChg chg="delSp mod">
        <pc:chgData name="Reza Aghazadeh Ayoubi" userId="1c37a5b5-255c-4007-b41f-660a076884f2" providerId="ADAL" clId="{9D7E36C9-89B4-4CB9-B2A0-40DA6B36C8F1}" dt="2026-10-24T21:40:35.180" v="13" actId="478"/>
        <pc:sldMkLst>
          <pc:docMk/>
          <pc:sldMk cId="0" sldId="268"/>
        </pc:sldMkLst>
        <pc:spChg chg="del">
          <ac:chgData name="Reza Aghazadeh Ayoubi" userId="1c37a5b5-255c-4007-b41f-660a076884f2" providerId="ADAL" clId="{9D7E36C9-89B4-4CB9-B2A0-40DA6B36C8F1}" dt="2026-10-24T21:40:35.180" v="13" actId="478"/>
          <ac:spMkLst>
            <pc:docMk/>
            <pc:sldMk cId="0" sldId="268"/>
            <ac:spMk id="2" creationId="{00000000-0000-0000-0000-000000000000}"/>
          </ac:spMkLst>
        </pc:spChg>
      </pc:sldChg>
      <pc:sldChg chg="delSp mod">
        <pc:chgData name="Reza Aghazadeh Ayoubi" userId="1c37a5b5-255c-4007-b41f-660a076884f2" providerId="ADAL" clId="{9D7E36C9-89B4-4CB9-B2A0-40DA6B36C8F1}" dt="2026-10-24T21:40:37.284" v="14" actId="478"/>
        <pc:sldMkLst>
          <pc:docMk/>
          <pc:sldMk cId="0" sldId="269"/>
        </pc:sldMkLst>
        <pc:spChg chg="del">
          <ac:chgData name="Reza Aghazadeh Ayoubi" userId="1c37a5b5-255c-4007-b41f-660a076884f2" providerId="ADAL" clId="{9D7E36C9-89B4-4CB9-B2A0-40DA6B36C8F1}" dt="2026-10-24T21:40:37.284" v="14" actId="478"/>
          <ac:spMkLst>
            <pc:docMk/>
            <pc:sldMk cId="0" sldId="269"/>
            <ac:spMk id="2" creationId="{00000000-0000-0000-0000-000000000000}"/>
          </ac:spMkLst>
        </pc:spChg>
      </pc:sldChg>
      <pc:sldChg chg="del">
        <pc:chgData name="Reza Aghazadeh Ayoubi" userId="1c37a5b5-255c-4007-b41f-660a076884f2" providerId="ADAL" clId="{9D7E36C9-89B4-4CB9-B2A0-40DA6B36C8F1}" dt="2026-10-24T21:39:47.703" v="1" actId="47"/>
        <pc:sldMkLst>
          <pc:docMk/>
          <pc:sldMk cId="361295073" sldId="270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C0509A-3C4A-48A5-9E42-A7A02B8E244A}" type="datetimeFigureOut">
              <a:rPr lang="it-IT" smtClean="0"/>
              <a:t>24/10/2026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it-IT"/>
              <a:t>marouan.mizmizi@polimi.it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C7BA59-9CB1-41AD-90B3-5101EFA4403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28226737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9D97EB-B2AA-4D89-94EB-97038C49AF9C}" type="datetimeFigureOut">
              <a:rPr lang="it-IT" smtClean="0"/>
              <a:t>24/10/2026</a:t>
            </a:fld>
            <a:endParaRPr lang="it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it-IT"/>
              <a:t>marouan.mizmizi@polimi.it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0275E2-A3DD-41C2-A0E5-EB90F4A58D6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2041115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/>
          <p:cNvSpPr/>
          <p:nvPr userDrawn="1"/>
        </p:nvSpPr>
        <p:spPr>
          <a:xfrm>
            <a:off x="-9940" y="4772440"/>
            <a:ext cx="12201939" cy="2095500"/>
          </a:xfrm>
          <a:prstGeom prst="rect">
            <a:avLst/>
          </a:prstGeom>
          <a:solidFill>
            <a:srgbClr val="1A415D"/>
          </a:solidFill>
          <a:ln>
            <a:solidFill>
              <a:srgbClr val="1941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>
              <a:latin typeface="Brandon Grotesque Regular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3C7AE77-32EE-0C44-80F8-6C322620B4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0163" y="4852737"/>
            <a:ext cx="7881731" cy="601663"/>
          </a:xfrm>
        </p:spPr>
        <p:txBody>
          <a:bodyPr>
            <a:normAutofit/>
          </a:bodyPr>
          <a:lstStyle>
            <a:lvl1pPr algn="ctr">
              <a:defRPr sz="3600" b="1">
                <a:solidFill>
                  <a:schemeClr val="bg1"/>
                </a:solidFill>
                <a:latin typeface="Garamond" panose="02020404030301010803" pitchFamily="18" charset="0"/>
                <a:ea typeface="Segoe UI Symbol" panose="020B0502040204020203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5ECBBF2-7E19-0347-8626-438963A6EC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46328" y="5534169"/>
            <a:ext cx="4089400" cy="4064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Garamond" panose="02020404030301010803" pitchFamily="18" charset="0"/>
                <a:ea typeface="Segoe UI Symbol" panose="020B0502040204020203" pitchFamily="34" charset="0"/>
              </a:defRPr>
            </a:lvl1pPr>
            <a:lvl3pPr marL="914400" indent="0" algn="l">
              <a:buNone/>
              <a:defRPr/>
            </a:lvl3pPr>
          </a:lstStyle>
          <a:p>
            <a:pPr lvl="0"/>
            <a:r>
              <a:rPr lang="en-US"/>
              <a:t>Add date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C747593-A6DF-A54C-8D55-792DB4880F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150164" y="6012791"/>
            <a:ext cx="7881730" cy="797254"/>
          </a:xfrm>
        </p:spPr>
        <p:txBody>
          <a:bodyPr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  <a:latin typeface="Garamond" panose="02020404030301010803" pitchFamily="18" charset="0"/>
                <a:ea typeface="Segoe UI Symbol" panose="020B0502040204020203" pitchFamily="34" charset="0"/>
              </a:defRPr>
            </a:lvl1pPr>
            <a:lvl3pPr marL="914400" indent="0">
              <a:buNone/>
              <a:defRPr/>
            </a:lvl3pPr>
          </a:lstStyle>
          <a:p>
            <a:pPr lvl="0"/>
            <a:r>
              <a:rPr lang="en-US"/>
              <a:t>Authors’ List</a:t>
            </a:r>
          </a:p>
          <a:p>
            <a:pPr lvl="0"/>
            <a:endParaRPr lang="en-US"/>
          </a:p>
        </p:txBody>
      </p:sp>
      <p:pic>
        <p:nvPicPr>
          <p:cNvPr id="7" name="Picture 6" descr="A picture containing logo&#10;&#10;Description automatically generated">
            <a:extLst>
              <a:ext uri="{FF2B5EF4-FFF2-40B4-BE49-F238E27FC236}">
                <a16:creationId xmlns:a16="http://schemas.microsoft.com/office/drawing/2014/main" id="{433C98D1-DA0C-EC4B-9AB7-7E3FBF13C6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1029" y="79545"/>
            <a:ext cx="10160000" cy="417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6887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/>
          <p:cNvSpPr>
            <a:spLocks noGrp="1"/>
          </p:cNvSpPr>
          <p:nvPr>
            <p:ph idx="1" hasCustomPrompt="1"/>
          </p:nvPr>
        </p:nvSpPr>
        <p:spPr>
          <a:xfrm>
            <a:off x="-1" y="632200"/>
            <a:ext cx="12191999" cy="5824260"/>
          </a:xfrm>
        </p:spPr>
        <p:txBody>
          <a:bodyPr/>
          <a:lstStyle>
            <a:lvl1pPr>
              <a:defRPr>
                <a:latin typeface="Garamond" panose="02020404030301010803" pitchFamily="18" charset="0"/>
                <a:ea typeface="Segoe UI Symbol" panose="020B0502040204020203" pitchFamily="34" charset="0"/>
              </a:defRPr>
            </a:lvl1pPr>
            <a:lvl2pPr>
              <a:defRPr>
                <a:latin typeface="Garamond" panose="02020404030301010803" pitchFamily="18" charset="0"/>
                <a:ea typeface="Segoe UI Symbol" panose="020B0502040204020203" pitchFamily="34" charset="0"/>
              </a:defRPr>
            </a:lvl2pPr>
            <a:lvl3pPr>
              <a:defRPr>
                <a:latin typeface="Garamond" panose="02020404030301010803" pitchFamily="18" charset="0"/>
                <a:ea typeface="Segoe UI Symbol" panose="020B0502040204020203" pitchFamily="34" charset="0"/>
              </a:defRPr>
            </a:lvl3pPr>
            <a:lvl4pPr>
              <a:defRPr>
                <a:latin typeface="Garamond" panose="02020404030301010803" pitchFamily="18" charset="0"/>
                <a:ea typeface="Segoe UI Symbol" panose="020B0502040204020203" pitchFamily="34" charset="0"/>
              </a:defRPr>
            </a:lvl4pPr>
            <a:lvl5pPr>
              <a:defRPr>
                <a:latin typeface="Garamond" panose="02020404030301010803" pitchFamily="18" charset="0"/>
                <a:ea typeface="Segoe UI Symbol" panose="020B0502040204020203" pitchFamily="34" charset="0"/>
              </a:defRPr>
            </a:lvl5pPr>
          </a:lstStyle>
          <a:p>
            <a:pPr lvl="0"/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</a:t>
            </a:r>
            <a:r>
              <a:rPr lang="en-US" noProof="0" err="1"/>
              <a:t>stili</a:t>
            </a:r>
            <a:r>
              <a:rPr lang="en-US" noProof="0"/>
              <a:t> del testo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  <a:p>
            <a:pPr lvl="1"/>
            <a:r>
              <a:rPr lang="en-US" noProof="0"/>
              <a:t>Secondo </a:t>
            </a:r>
            <a:r>
              <a:rPr lang="en-US" noProof="0" err="1"/>
              <a:t>livello</a:t>
            </a:r>
            <a:endParaRPr lang="en-US" noProof="0"/>
          </a:p>
          <a:p>
            <a:pPr lvl="2"/>
            <a:r>
              <a:rPr lang="en-US" noProof="0" err="1"/>
              <a:t>Terzo</a:t>
            </a:r>
            <a:r>
              <a:rPr lang="en-US" noProof="0"/>
              <a:t> </a:t>
            </a:r>
            <a:r>
              <a:rPr lang="en-US" noProof="0" err="1"/>
              <a:t>livello</a:t>
            </a:r>
            <a:endParaRPr lang="en-US" noProof="0"/>
          </a:p>
          <a:p>
            <a:pPr lvl="3"/>
            <a:r>
              <a:rPr lang="en-US" noProof="0"/>
              <a:t>Quarto </a:t>
            </a:r>
            <a:r>
              <a:rPr lang="en-US" noProof="0" err="1"/>
              <a:t>livello</a:t>
            </a:r>
            <a:endParaRPr lang="en-US" noProof="0"/>
          </a:p>
          <a:p>
            <a:pPr lvl="4"/>
            <a:r>
              <a:rPr lang="en-US" noProof="0"/>
              <a:t>Quinto </a:t>
            </a:r>
            <a:r>
              <a:rPr lang="en-US" noProof="0" err="1"/>
              <a:t>livello</a:t>
            </a:r>
            <a:endParaRPr lang="en-US" noProof="0"/>
          </a:p>
        </p:txBody>
      </p:sp>
      <p:sp>
        <p:nvSpPr>
          <p:cNvPr id="129" name="Rettangolo 128"/>
          <p:cNvSpPr/>
          <p:nvPr userDrawn="1"/>
        </p:nvSpPr>
        <p:spPr>
          <a:xfrm>
            <a:off x="0" y="6456460"/>
            <a:ext cx="12192000" cy="401539"/>
          </a:xfrm>
          <a:prstGeom prst="rect">
            <a:avLst/>
          </a:prstGeom>
          <a:solidFill>
            <a:srgbClr val="1A41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>
              <a:latin typeface="Garamond" panose="02020404030301010803" pitchFamily="18" charset="0"/>
            </a:endParaRPr>
          </a:p>
        </p:txBody>
      </p:sp>
      <p:sp>
        <p:nvSpPr>
          <p:cNvPr id="256" name="Titolo 1"/>
          <p:cNvSpPr>
            <a:spLocks noGrp="1"/>
          </p:cNvSpPr>
          <p:nvPr>
            <p:ph type="ctrTitle" hasCustomPrompt="1"/>
          </p:nvPr>
        </p:nvSpPr>
        <p:spPr>
          <a:xfrm>
            <a:off x="0" y="665"/>
            <a:ext cx="11557000" cy="621053"/>
          </a:xfrm>
        </p:spPr>
        <p:txBody>
          <a:bodyPr>
            <a:noAutofit/>
          </a:bodyPr>
          <a:lstStyle>
            <a:lvl1pPr>
              <a:defRPr sz="3200" b="1">
                <a:solidFill>
                  <a:schemeClr val="accent1">
                    <a:lumMod val="50000"/>
                  </a:schemeClr>
                </a:solidFill>
                <a:latin typeface="Garamond" panose="02020404030301010803" pitchFamily="18" charset="0"/>
                <a:ea typeface="Segoe UI Symbol" panose="020B0502040204020203" pitchFamily="34" charset="0"/>
              </a:defRPr>
            </a:lvl1pPr>
          </a:lstStyle>
          <a:p>
            <a:r>
              <a:rPr lang="en-US" noProof="0"/>
              <a:t>FARE CLIC PER MODIFICARE LO STILE DEL TITOLO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D244C2D5-492D-6245-ACBF-A703392A6FA8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 descr="A picture containing logo&#10;&#10;Description automatically generated">
            <a:extLst>
              <a:ext uri="{FF2B5EF4-FFF2-40B4-BE49-F238E27FC236}">
                <a16:creationId xmlns:a16="http://schemas.microsoft.com/office/drawing/2014/main" id="{91FDA5B6-62C5-9F49-8BC3-1C592AE415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44445" y="-9817"/>
            <a:ext cx="2247555" cy="924307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rPr lang="it-IT"/>
              <a:t>03/09/25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3622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ttangolo 252">
            <a:extLst>
              <a:ext uri="{FF2B5EF4-FFF2-40B4-BE49-F238E27FC236}">
                <a16:creationId xmlns:a16="http://schemas.microsoft.com/office/drawing/2014/main" id="{F9CCD153-91F7-2E41-8EA6-68CEA08154C4}"/>
              </a:ext>
            </a:extLst>
          </p:cNvPr>
          <p:cNvSpPr/>
          <p:nvPr userDrawn="1"/>
        </p:nvSpPr>
        <p:spPr>
          <a:xfrm>
            <a:off x="0" y="4178300"/>
            <a:ext cx="12192000" cy="2679699"/>
          </a:xfrm>
          <a:prstGeom prst="rect">
            <a:avLst/>
          </a:prstGeom>
          <a:solidFill>
            <a:srgbClr val="1A41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7200" noProof="0">
                <a:latin typeface="Brush Script MT" panose="03060802040406070304" pitchFamily="66" charset="-122"/>
                <a:ea typeface="Brush Script MT" panose="03060802040406070304" pitchFamily="66" charset="-122"/>
                <a:cs typeface="Brush Script MT" panose="03060802040406070304" pitchFamily="66" charset="-122"/>
              </a:rPr>
              <a:t>Thank you for your attention!</a:t>
            </a:r>
          </a:p>
        </p:txBody>
      </p:sp>
      <p:sp>
        <p:nvSpPr>
          <p:cNvPr id="137" name="Text Placeholder 3">
            <a:extLst>
              <a:ext uri="{FF2B5EF4-FFF2-40B4-BE49-F238E27FC236}">
                <a16:creationId xmlns:a16="http://schemas.microsoft.com/office/drawing/2014/main" id="{981AF5C6-FAEF-AE48-86DA-B248A26744D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9060" y="5715703"/>
            <a:ext cx="10833879" cy="914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  <a:latin typeface="Garamond" panose="02020404030301010803" pitchFamily="18" charset="0"/>
                <a:ea typeface="Segoe UI Symbol" panose="020B0502040204020203" pitchFamily="34" charset="0"/>
              </a:defRPr>
            </a:lvl1pPr>
            <a:lvl3pPr marL="914400" indent="0">
              <a:buNone/>
              <a:defRPr/>
            </a:lvl3pPr>
          </a:lstStyle>
          <a:p>
            <a:pPr lvl="0"/>
            <a:r>
              <a:rPr lang="en-US">
                <a:latin typeface="Segoe UI Symbol" panose="020B0502040204020203" pitchFamily="34" charset="0"/>
                <a:ea typeface="Segoe UI Symbol" panose="020B0502040204020203" pitchFamily="34" charset="0"/>
              </a:rPr>
              <a:t>Credits to …</a:t>
            </a:r>
            <a:endParaRPr lang="en-US"/>
          </a:p>
        </p:txBody>
      </p:sp>
      <p:pic>
        <p:nvPicPr>
          <p:cNvPr id="7" name="Picture 6" descr="A picture containing logo&#10;&#10;Description automatically generated">
            <a:extLst>
              <a:ext uri="{FF2B5EF4-FFF2-40B4-BE49-F238E27FC236}">
                <a16:creationId xmlns:a16="http://schemas.microsoft.com/office/drawing/2014/main" id="{3BF189E8-31E7-E946-BCEA-B7B1DB978A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000" y="0"/>
            <a:ext cx="10160000" cy="417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8638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C4C5E99-1801-CE44-ADB6-E901CB97F013}"/>
              </a:ext>
            </a:extLst>
          </p:cNvPr>
          <p:cNvSpPr/>
          <p:nvPr userDrawn="1"/>
        </p:nvSpPr>
        <p:spPr>
          <a:xfrm>
            <a:off x="-9939" y="2961861"/>
            <a:ext cx="12201938" cy="3906078"/>
          </a:xfrm>
          <a:prstGeom prst="rect">
            <a:avLst/>
          </a:prstGeom>
          <a:solidFill>
            <a:srgbClr val="1A415C"/>
          </a:solidFill>
          <a:ln>
            <a:solidFill>
              <a:srgbClr val="1A41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86E4FB-4B00-514C-8D23-3BA2948F35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709" y="3973029"/>
            <a:ext cx="10515600" cy="1325563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Garamond" panose="02020404030301010803" pitchFamily="18" charset="0"/>
                <a:ea typeface="Segoe UI Symbol" panose="020B0502040204020203" pitchFamily="34" charset="0"/>
              </a:defRPr>
            </a:lvl1pPr>
          </a:lstStyle>
          <a:p>
            <a:r>
              <a:rPr lang="en-GB"/>
              <a:t>Insert Section Title</a:t>
            </a:r>
            <a:endParaRPr lang="en-US"/>
          </a:p>
        </p:txBody>
      </p:sp>
      <p:grpSp>
        <p:nvGrpSpPr>
          <p:cNvPr id="7" name="Gruppo 131">
            <a:extLst>
              <a:ext uri="{FF2B5EF4-FFF2-40B4-BE49-F238E27FC236}">
                <a16:creationId xmlns:a16="http://schemas.microsoft.com/office/drawing/2014/main" id="{5535AB10-C956-4641-BE78-CBB24CC6846F}"/>
              </a:ext>
            </a:extLst>
          </p:cNvPr>
          <p:cNvGrpSpPr/>
          <p:nvPr userDrawn="1"/>
        </p:nvGrpSpPr>
        <p:grpSpPr>
          <a:xfrm>
            <a:off x="66597" y="2961861"/>
            <a:ext cx="12048863" cy="180000"/>
            <a:chOff x="1218340" y="275867"/>
            <a:chExt cx="17715122" cy="567843"/>
          </a:xfrm>
        </p:grpSpPr>
        <p:cxnSp>
          <p:nvCxnSpPr>
            <p:cNvPr id="8" name="Connettore 1 132">
              <a:extLst>
                <a:ext uri="{FF2B5EF4-FFF2-40B4-BE49-F238E27FC236}">
                  <a16:creationId xmlns:a16="http://schemas.microsoft.com/office/drawing/2014/main" id="{3EB997D8-E6E2-DC4F-AC89-EBDC2E1521F2}"/>
                </a:ext>
              </a:extLst>
            </p:cNvPr>
            <p:cNvCxnSpPr/>
            <p:nvPr userDrawn="1"/>
          </p:nvCxnSpPr>
          <p:spPr>
            <a:xfrm>
              <a:off x="12183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ttore 1 133">
              <a:extLst>
                <a:ext uri="{FF2B5EF4-FFF2-40B4-BE49-F238E27FC236}">
                  <a16:creationId xmlns:a16="http://schemas.microsoft.com/office/drawing/2014/main" id="{A61BADBA-7E90-654D-A023-286305C6DCD9}"/>
                </a:ext>
              </a:extLst>
            </p:cNvPr>
            <p:cNvCxnSpPr/>
            <p:nvPr userDrawn="1"/>
          </p:nvCxnSpPr>
          <p:spPr>
            <a:xfrm>
              <a:off x="13672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ttore 1 134">
              <a:extLst>
                <a:ext uri="{FF2B5EF4-FFF2-40B4-BE49-F238E27FC236}">
                  <a16:creationId xmlns:a16="http://schemas.microsoft.com/office/drawing/2014/main" id="{C07B4DBE-FA27-964D-A519-009BAFFBB0AF}"/>
                </a:ext>
              </a:extLst>
            </p:cNvPr>
            <p:cNvCxnSpPr/>
            <p:nvPr userDrawn="1"/>
          </p:nvCxnSpPr>
          <p:spPr>
            <a:xfrm>
              <a:off x="15160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ttore 1 135">
              <a:extLst>
                <a:ext uri="{FF2B5EF4-FFF2-40B4-BE49-F238E27FC236}">
                  <a16:creationId xmlns:a16="http://schemas.microsoft.com/office/drawing/2014/main" id="{2B8F1408-BA86-1A44-B9AF-FD3773B3A9C1}"/>
                </a:ext>
              </a:extLst>
            </p:cNvPr>
            <p:cNvCxnSpPr/>
            <p:nvPr userDrawn="1"/>
          </p:nvCxnSpPr>
          <p:spPr>
            <a:xfrm>
              <a:off x="16649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ttore 1 136">
              <a:extLst>
                <a:ext uri="{FF2B5EF4-FFF2-40B4-BE49-F238E27FC236}">
                  <a16:creationId xmlns:a16="http://schemas.microsoft.com/office/drawing/2014/main" id="{6A703736-39A3-2444-805B-0B75525A2A4F}"/>
                </a:ext>
              </a:extLst>
            </p:cNvPr>
            <p:cNvCxnSpPr/>
            <p:nvPr userDrawn="1"/>
          </p:nvCxnSpPr>
          <p:spPr>
            <a:xfrm>
              <a:off x="18138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ttore 1 137">
              <a:extLst>
                <a:ext uri="{FF2B5EF4-FFF2-40B4-BE49-F238E27FC236}">
                  <a16:creationId xmlns:a16="http://schemas.microsoft.com/office/drawing/2014/main" id="{09BDBFD5-7C31-954A-AA5F-BB4462D5A943}"/>
                </a:ext>
              </a:extLst>
            </p:cNvPr>
            <p:cNvCxnSpPr/>
            <p:nvPr userDrawn="1"/>
          </p:nvCxnSpPr>
          <p:spPr>
            <a:xfrm>
              <a:off x="19626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ttore 1 138">
              <a:extLst>
                <a:ext uri="{FF2B5EF4-FFF2-40B4-BE49-F238E27FC236}">
                  <a16:creationId xmlns:a16="http://schemas.microsoft.com/office/drawing/2014/main" id="{E49BA067-4FEC-AD45-B968-A18FD250BC00}"/>
                </a:ext>
              </a:extLst>
            </p:cNvPr>
            <p:cNvCxnSpPr/>
            <p:nvPr userDrawn="1"/>
          </p:nvCxnSpPr>
          <p:spPr>
            <a:xfrm>
              <a:off x="21115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ttore 1 139">
              <a:extLst>
                <a:ext uri="{FF2B5EF4-FFF2-40B4-BE49-F238E27FC236}">
                  <a16:creationId xmlns:a16="http://schemas.microsoft.com/office/drawing/2014/main" id="{59197868-93E7-DB4C-92AA-2A26488E76B4}"/>
                </a:ext>
              </a:extLst>
            </p:cNvPr>
            <p:cNvCxnSpPr/>
            <p:nvPr userDrawn="1"/>
          </p:nvCxnSpPr>
          <p:spPr>
            <a:xfrm>
              <a:off x="22604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ttore 1 140">
              <a:extLst>
                <a:ext uri="{FF2B5EF4-FFF2-40B4-BE49-F238E27FC236}">
                  <a16:creationId xmlns:a16="http://schemas.microsoft.com/office/drawing/2014/main" id="{DCCD374B-51EF-104F-AC47-D49E345D30CB}"/>
                </a:ext>
              </a:extLst>
            </p:cNvPr>
            <p:cNvCxnSpPr/>
            <p:nvPr userDrawn="1"/>
          </p:nvCxnSpPr>
          <p:spPr>
            <a:xfrm>
              <a:off x="24092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ttore 1 141">
              <a:extLst>
                <a:ext uri="{FF2B5EF4-FFF2-40B4-BE49-F238E27FC236}">
                  <a16:creationId xmlns:a16="http://schemas.microsoft.com/office/drawing/2014/main" id="{AFEAAAC1-B137-C348-8ECC-A11A923E1D6D}"/>
                </a:ext>
              </a:extLst>
            </p:cNvPr>
            <p:cNvCxnSpPr/>
            <p:nvPr userDrawn="1"/>
          </p:nvCxnSpPr>
          <p:spPr>
            <a:xfrm>
              <a:off x="25581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ttore 1 142">
              <a:extLst>
                <a:ext uri="{FF2B5EF4-FFF2-40B4-BE49-F238E27FC236}">
                  <a16:creationId xmlns:a16="http://schemas.microsoft.com/office/drawing/2014/main" id="{D1AB5567-5495-F44B-9CF4-811D3BD2B772}"/>
                </a:ext>
              </a:extLst>
            </p:cNvPr>
            <p:cNvCxnSpPr/>
            <p:nvPr userDrawn="1"/>
          </p:nvCxnSpPr>
          <p:spPr>
            <a:xfrm>
              <a:off x="27070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ttore 1 143">
              <a:extLst>
                <a:ext uri="{FF2B5EF4-FFF2-40B4-BE49-F238E27FC236}">
                  <a16:creationId xmlns:a16="http://schemas.microsoft.com/office/drawing/2014/main" id="{5BBE185E-E960-2B43-BC39-53B5EE6F62FA}"/>
                </a:ext>
              </a:extLst>
            </p:cNvPr>
            <p:cNvCxnSpPr/>
            <p:nvPr userDrawn="1"/>
          </p:nvCxnSpPr>
          <p:spPr>
            <a:xfrm>
              <a:off x="28558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ttore 1 144">
              <a:extLst>
                <a:ext uri="{FF2B5EF4-FFF2-40B4-BE49-F238E27FC236}">
                  <a16:creationId xmlns:a16="http://schemas.microsoft.com/office/drawing/2014/main" id="{46B020C4-2E2C-7E4D-A088-70EA9F33EFDC}"/>
                </a:ext>
              </a:extLst>
            </p:cNvPr>
            <p:cNvCxnSpPr/>
            <p:nvPr userDrawn="1"/>
          </p:nvCxnSpPr>
          <p:spPr>
            <a:xfrm>
              <a:off x="30047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ttore 1 145">
              <a:extLst>
                <a:ext uri="{FF2B5EF4-FFF2-40B4-BE49-F238E27FC236}">
                  <a16:creationId xmlns:a16="http://schemas.microsoft.com/office/drawing/2014/main" id="{0E716B8A-EC0C-8444-A50D-21336193F6CC}"/>
                </a:ext>
              </a:extLst>
            </p:cNvPr>
            <p:cNvCxnSpPr/>
            <p:nvPr userDrawn="1"/>
          </p:nvCxnSpPr>
          <p:spPr>
            <a:xfrm>
              <a:off x="31536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ttore 1 146">
              <a:extLst>
                <a:ext uri="{FF2B5EF4-FFF2-40B4-BE49-F238E27FC236}">
                  <a16:creationId xmlns:a16="http://schemas.microsoft.com/office/drawing/2014/main" id="{C9498E29-A721-7A4F-8A1F-124388B24FFB}"/>
                </a:ext>
              </a:extLst>
            </p:cNvPr>
            <p:cNvCxnSpPr/>
            <p:nvPr userDrawn="1"/>
          </p:nvCxnSpPr>
          <p:spPr>
            <a:xfrm>
              <a:off x="33024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ttore 1 147">
              <a:extLst>
                <a:ext uri="{FF2B5EF4-FFF2-40B4-BE49-F238E27FC236}">
                  <a16:creationId xmlns:a16="http://schemas.microsoft.com/office/drawing/2014/main" id="{CA084C9D-2BC9-8842-861D-C4EB41B03731}"/>
                </a:ext>
              </a:extLst>
            </p:cNvPr>
            <p:cNvCxnSpPr/>
            <p:nvPr userDrawn="1"/>
          </p:nvCxnSpPr>
          <p:spPr>
            <a:xfrm>
              <a:off x="34513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ttore 1 148">
              <a:extLst>
                <a:ext uri="{FF2B5EF4-FFF2-40B4-BE49-F238E27FC236}">
                  <a16:creationId xmlns:a16="http://schemas.microsoft.com/office/drawing/2014/main" id="{DC872CFA-C75E-E647-85FD-9E93EAB7EB10}"/>
                </a:ext>
              </a:extLst>
            </p:cNvPr>
            <p:cNvCxnSpPr/>
            <p:nvPr userDrawn="1"/>
          </p:nvCxnSpPr>
          <p:spPr>
            <a:xfrm>
              <a:off x="36002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ttore 1 149">
              <a:extLst>
                <a:ext uri="{FF2B5EF4-FFF2-40B4-BE49-F238E27FC236}">
                  <a16:creationId xmlns:a16="http://schemas.microsoft.com/office/drawing/2014/main" id="{89CC184A-1941-3043-9A0A-6763D06887CA}"/>
                </a:ext>
              </a:extLst>
            </p:cNvPr>
            <p:cNvCxnSpPr/>
            <p:nvPr userDrawn="1"/>
          </p:nvCxnSpPr>
          <p:spPr>
            <a:xfrm>
              <a:off x="37490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ttore 1 150">
              <a:extLst>
                <a:ext uri="{FF2B5EF4-FFF2-40B4-BE49-F238E27FC236}">
                  <a16:creationId xmlns:a16="http://schemas.microsoft.com/office/drawing/2014/main" id="{D416C618-0638-1E4C-8A45-18224F7BCD15}"/>
                </a:ext>
              </a:extLst>
            </p:cNvPr>
            <p:cNvCxnSpPr/>
            <p:nvPr userDrawn="1"/>
          </p:nvCxnSpPr>
          <p:spPr>
            <a:xfrm>
              <a:off x="38979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ttore 1 151">
              <a:extLst>
                <a:ext uri="{FF2B5EF4-FFF2-40B4-BE49-F238E27FC236}">
                  <a16:creationId xmlns:a16="http://schemas.microsoft.com/office/drawing/2014/main" id="{685E3C93-4E67-0C4E-9E67-2DA0764BDE1F}"/>
                </a:ext>
              </a:extLst>
            </p:cNvPr>
            <p:cNvCxnSpPr/>
            <p:nvPr userDrawn="1"/>
          </p:nvCxnSpPr>
          <p:spPr>
            <a:xfrm>
              <a:off x="404681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ttore 1 152">
              <a:extLst>
                <a:ext uri="{FF2B5EF4-FFF2-40B4-BE49-F238E27FC236}">
                  <a16:creationId xmlns:a16="http://schemas.microsoft.com/office/drawing/2014/main" id="{3B61DA6B-E7F8-6A4E-916D-0B99C6753C2B}"/>
                </a:ext>
              </a:extLst>
            </p:cNvPr>
            <p:cNvCxnSpPr/>
            <p:nvPr userDrawn="1"/>
          </p:nvCxnSpPr>
          <p:spPr>
            <a:xfrm>
              <a:off x="419568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ttore 1 153">
              <a:extLst>
                <a:ext uri="{FF2B5EF4-FFF2-40B4-BE49-F238E27FC236}">
                  <a16:creationId xmlns:a16="http://schemas.microsoft.com/office/drawing/2014/main" id="{ABEEB7FD-842D-9941-B847-3B429A96B141}"/>
                </a:ext>
              </a:extLst>
            </p:cNvPr>
            <p:cNvCxnSpPr/>
            <p:nvPr userDrawn="1"/>
          </p:nvCxnSpPr>
          <p:spPr>
            <a:xfrm>
              <a:off x="434454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ttore 1 154">
              <a:extLst>
                <a:ext uri="{FF2B5EF4-FFF2-40B4-BE49-F238E27FC236}">
                  <a16:creationId xmlns:a16="http://schemas.microsoft.com/office/drawing/2014/main" id="{551129EB-8A3A-BE4F-A43B-4605E07DC64F}"/>
                </a:ext>
              </a:extLst>
            </p:cNvPr>
            <p:cNvCxnSpPr/>
            <p:nvPr userDrawn="1"/>
          </p:nvCxnSpPr>
          <p:spPr>
            <a:xfrm>
              <a:off x="449341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ttore 1 155">
              <a:extLst>
                <a:ext uri="{FF2B5EF4-FFF2-40B4-BE49-F238E27FC236}">
                  <a16:creationId xmlns:a16="http://schemas.microsoft.com/office/drawing/2014/main" id="{6CF118C9-265D-9F46-B528-C675C93CC0A1}"/>
                </a:ext>
              </a:extLst>
            </p:cNvPr>
            <p:cNvCxnSpPr/>
            <p:nvPr userDrawn="1"/>
          </p:nvCxnSpPr>
          <p:spPr>
            <a:xfrm>
              <a:off x="464228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ttore 1 156">
              <a:extLst>
                <a:ext uri="{FF2B5EF4-FFF2-40B4-BE49-F238E27FC236}">
                  <a16:creationId xmlns:a16="http://schemas.microsoft.com/office/drawing/2014/main" id="{5825FF17-31CF-C643-BCB6-DC1F67828F78}"/>
                </a:ext>
              </a:extLst>
            </p:cNvPr>
            <p:cNvCxnSpPr/>
            <p:nvPr userDrawn="1"/>
          </p:nvCxnSpPr>
          <p:spPr>
            <a:xfrm>
              <a:off x="479114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ttore 1 157">
              <a:extLst>
                <a:ext uri="{FF2B5EF4-FFF2-40B4-BE49-F238E27FC236}">
                  <a16:creationId xmlns:a16="http://schemas.microsoft.com/office/drawing/2014/main" id="{9F80D29D-907F-314F-A46E-E102B9A100B7}"/>
                </a:ext>
              </a:extLst>
            </p:cNvPr>
            <p:cNvCxnSpPr/>
            <p:nvPr userDrawn="1"/>
          </p:nvCxnSpPr>
          <p:spPr>
            <a:xfrm>
              <a:off x="494001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ttore 1 158">
              <a:extLst>
                <a:ext uri="{FF2B5EF4-FFF2-40B4-BE49-F238E27FC236}">
                  <a16:creationId xmlns:a16="http://schemas.microsoft.com/office/drawing/2014/main" id="{EA1C2869-E080-4741-B819-E1C826DBBAB3}"/>
                </a:ext>
              </a:extLst>
            </p:cNvPr>
            <p:cNvCxnSpPr/>
            <p:nvPr userDrawn="1"/>
          </p:nvCxnSpPr>
          <p:spPr>
            <a:xfrm>
              <a:off x="508888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ttore 1 159">
              <a:extLst>
                <a:ext uri="{FF2B5EF4-FFF2-40B4-BE49-F238E27FC236}">
                  <a16:creationId xmlns:a16="http://schemas.microsoft.com/office/drawing/2014/main" id="{9F76732D-A159-E343-BE90-CB5B62EC1BFC}"/>
                </a:ext>
              </a:extLst>
            </p:cNvPr>
            <p:cNvCxnSpPr/>
            <p:nvPr userDrawn="1"/>
          </p:nvCxnSpPr>
          <p:spPr>
            <a:xfrm>
              <a:off x="523774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ttore 1 160">
              <a:extLst>
                <a:ext uri="{FF2B5EF4-FFF2-40B4-BE49-F238E27FC236}">
                  <a16:creationId xmlns:a16="http://schemas.microsoft.com/office/drawing/2014/main" id="{4F690E1F-D4C4-B240-BCB1-997FBC9EEF80}"/>
                </a:ext>
              </a:extLst>
            </p:cNvPr>
            <p:cNvCxnSpPr/>
            <p:nvPr userDrawn="1"/>
          </p:nvCxnSpPr>
          <p:spPr>
            <a:xfrm>
              <a:off x="538661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ttore 1 161">
              <a:extLst>
                <a:ext uri="{FF2B5EF4-FFF2-40B4-BE49-F238E27FC236}">
                  <a16:creationId xmlns:a16="http://schemas.microsoft.com/office/drawing/2014/main" id="{CFB4E051-8C93-8146-9F41-B7B0CEDB9458}"/>
                </a:ext>
              </a:extLst>
            </p:cNvPr>
            <p:cNvCxnSpPr/>
            <p:nvPr userDrawn="1"/>
          </p:nvCxnSpPr>
          <p:spPr>
            <a:xfrm>
              <a:off x="553548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ttore 1 162">
              <a:extLst>
                <a:ext uri="{FF2B5EF4-FFF2-40B4-BE49-F238E27FC236}">
                  <a16:creationId xmlns:a16="http://schemas.microsoft.com/office/drawing/2014/main" id="{BC44607D-B19B-2A4D-8FF9-D712A20FE073}"/>
                </a:ext>
              </a:extLst>
            </p:cNvPr>
            <p:cNvCxnSpPr/>
            <p:nvPr userDrawn="1"/>
          </p:nvCxnSpPr>
          <p:spPr>
            <a:xfrm>
              <a:off x="568435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ttore 1 163">
              <a:extLst>
                <a:ext uri="{FF2B5EF4-FFF2-40B4-BE49-F238E27FC236}">
                  <a16:creationId xmlns:a16="http://schemas.microsoft.com/office/drawing/2014/main" id="{4F7A74F6-7A2F-2A4D-9B2B-A3D610693B84}"/>
                </a:ext>
              </a:extLst>
            </p:cNvPr>
            <p:cNvCxnSpPr/>
            <p:nvPr userDrawn="1"/>
          </p:nvCxnSpPr>
          <p:spPr>
            <a:xfrm>
              <a:off x="583321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ttore 1 164">
              <a:extLst>
                <a:ext uri="{FF2B5EF4-FFF2-40B4-BE49-F238E27FC236}">
                  <a16:creationId xmlns:a16="http://schemas.microsoft.com/office/drawing/2014/main" id="{E220B2AA-6F69-0F44-953F-57148DD8C60B}"/>
                </a:ext>
              </a:extLst>
            </p:cNvPr>
            <p:cNvCxnSpPr/>
            <p:nvPr userDrawn="1"/>
          </p:nvCxnSpPr>
          <p:spPr>
            <a:xfrm>
              <a:off x="598208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ttore 1 165">
              <a:extLst>
                <a:ext uri="{FF2B5EF4-FFF2-40B4-BE49-F238E27FC236}">
                  <a16:creationId xmlns:a16="http://schemas.microsoft.com/office/drawing/2014/main" id="{C641102C-E995-4F4C-A6FE-8E4F297BF16F}"/>
                </a:ext>
              </a:extLst>
            </p:cNvPr>
            <p:cNvCxnSpPr/>
            <p:nvPr userDrawn="1"/>
          </p:nvCxnSpPr>
          <p:spPr>
            <a:xfrm>
              <a:off x="613095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ttore 1 166">
              <a:extLst>
                <a:ext uri="{FF2B5EF4-FFF2-40B4-BE49-F238E27FC236}">
                  <a16:creationId xmlns:a16="http://schemas.microsoft.com/office/drawing/2014/main" id="{BA01481B-078C-474E-9EC4-E004CF29699D}"/>
                </a:ext>
              </a:extLst>
            </p:cNvPr>
            <p:cNvCxnSpPr/>
            <p:nvPr userDrawn="1"/>
          </p:nvCxnSpPr>
          <p:spPr>
            <a:xfrm>
              <a:off x="627981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ttore 1 167">
              <a:extLst>
                <a:ext uri="{FF2B5EF4-FFF2-40B4-BE49-F238E27FC236}">
                  <a16:creationId xmlns:a16="http://schemas.microsoft.com/office/drawing/2014/main" id="{9F3057AA-9374-D840-9A7B-B6FE19C5E1D9}"/>
                </a:ext>
              </a:extLst>
            </p:cNvPr>
            <p:cNvCxnSpPr/>
            <p:nvPr userDrawn="1"/>
          </p:nvCxnSpPr>
          <p:spPr>
            <a:xfrm>
              <a:off x="642868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ttore 1 168">
              <a:extLst>
                <a:ext uri="{FF2B5EF4-FFF2-40B4-BE49-F238E27FC236}">
                  <a16:creationId xmlns:a16="http://schemas.microsoft.com/office/drawing/2014/main" id="{943E040C-A11F-674A-8085-E80DA2A6D824}"/>
                </a:ext>
              </a:extLst>
            </p:cNvPr>
            <p:cNvCxnSpPr/>
            <p:nvPr userDrawn="1"/>
          </p:nvCxnSpPr>
          <p:spPr>
            <a:xfrm>
              <a:off x="657755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ttore 1 169">
              <a:extLst>
                <a:ext uri="{FF2B5EF4-FFF2-40B4-BE49-F238E27FC236}">
                  <a16:creationId xmlns:a16="http://schemas.microsoft.com/office/drawing/2014/main" id="{A5D0A7FA-D752-B04F-8797-F7C6FFB953DF}"/>
                </a:ext>
              </a:extLst>
            </p:cNvPr>
            <p:cNvCxnSpPr/>
            <p:nvPr userDrawn="1"/>
          </p:nvCxnSpPr>
          <p:spPr>
            <a:xfrm>
              <a:off x="672641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ttore 1 170">
              <a:extLst>
                <a:ext uri="{FF2B5EF4-FFF2-40B4-BE49-F238E27FC236}">
                  <a16:creationId xmlns:a16="http://schemas.microsoft.com/office/drawing/2014/main" id="{12E44F61-04A1-4E4E-BC6D-72525FD6B74B}"/>
                </a:ext>
              </a:extLst>
            </p:cNvPr>
            <p:cNvCxnSpPr/>
            <p:nvPr userDrawn="1"/>
          </p:nvCxnSpPr>
          <p:spPr>
            <a:xfrm>
              <a:off x="687528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ttore 1 171">
              <a:extLst>
                <a:ext uri="{FF2B5EF4-FFF2-40B4-BE49-F238E27FC236}">
                  <a16:creationId xmlns:a16="http://schemas.microsoft.com/office/drawing/2014/main" id="{FC356679-19E6-104E-8CF3-A887975E9355}"/>
                </a:ext>
              </a:extLst>
            </p:cNvPr>
            <p:cNvCxnSpPr/>
            <p:nvPr userDrawn="1"/>
          </p:nvCxnSpPr>
          <p:spPr>
            <a:xfrm>
              <a:off x="702415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ttore 1 172">
              <a:extLst>
                <a:ext uri="{FF2B5EF4-FFF2-40B4-BE49-F238E27FC236}">
                  <a16:creationId xmlns:a16="http://schemas.microsoft.com/office/drawing/2014/main" id="{6A0D904B-4BA6-0747-9DBD-6C7397F5A533}"/>
                </a:ext>
              </a:extLst>
            </p:cNvPr>
            <p:cNvCxnSpPr/>
            <p:nvPr userDrawn="1"/>
          </p:nvCxnSpPr>
          <p:spPr>
            <a:xfrm>
              <a:off x="717302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nettore 1 173">
              <a:extLst>
                <a:ext uri="{FF2B5EF4-FFF2-40B4-BE49-F238E27FC236}">
                  <a16:creationId xmlns:a16="http://schemas.microsoft.com/office/drawing/2014/main" id="{0A5E079C-E7FC-EA46-A0AC-29B3299C4F7D}"/>
                </a:ext>
              </a:extLst>
            </p:cNvPr>
            <p:cNvCxnSpPr/>
            <p:nvPr userDrawn="1"/>
          </p:nvCxnSpPr>
          <p:spPr>
            <a:xfrm>
              <a:off x="732188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ttore 1 174">
              <a:extLst>
                <a:ext uri="{FF2B5EF4-FFF2-40B4-BE49-F238E27FC236}">
                  <a16:creationId xmlns:a16="http://schemas.microsoft.com/office/drawing/2014/main" id="{84CA1159-BFD0-B949-A3D3-38316F3CCD0D}"/>
                </a:ext>
              </a:extLst>
            </p:cNvPr>
            <p:cNvCxnSpPr/>
            <p:nvPr userDrawn="1"/>
          </p:nvCxnSpPr>
          <p:spPr>
            <a:xfrm>
              <a:off x="747075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ttore 1 175">
              <a:extLst>
                <a:ext uri="{FF2B5EF4-FFF2-40B4-BE49-F238E27FC236}">
                  <a16:creationId xmlns:a16="http://schemas.microsoft.com/office/drawing/2014/main" id="{61954508-7EF3-9A45-96FD-431DE7D01CCE}"/>
                </a:ext>
              </a:extLst>
            </p:cNvPr>
            <p:cNvCxnSpPr/>
            <p:nvPr userDrawn="1"/>
          </p:nvCxnSpPr>
          <p:spPr>
            <a:xfrm>
              <a:off x="761962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ttore 1 176">
              <a:extLst>
                <a:ext uri="{FF2B5EF4-FFF2-40B4-BE49-F238E27FC236}">
                  <a16:creationId xmlns:a16="http://schemas.microsoft.com/office/drawing/2014/main" id="{7F6C5116-C0AE-4544-827C-E012665346A6}"/>
                </a:ext>
              </a:extLst>
            </p:cNvPr>
            <p:cNvCxnSpPr/>
            <p:nvPr userDrawn="1"/>
          </p:nvCxnSpPr>
          <p:spPr>
            <a:xfrm>
              <a:off x="776848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ttore 1 177">
              <a:extLst>
                <a:ext uri="{FF2B5EF4-FFF2-40B4-BE49-F238E27FC236}">
                  <a16:creationId xmlns:a16="http://schemas.microsoft.com/office/drawing/2014/main" id="{78D508AD-A901-D445-8B07-DAB760B1CFEB}"/>
                </a:ext>
              </a:extLst>
            </p:cNvPr>
            <p:cNvCxnSpPr/>
            <p:nvPr userDrawn="1"/>
          </p:nvCxnSpPr>
          <p:spPr>
            <a:xfrm>
              <a:off x="791735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nettore 1 178">
              <a:extLst>
                <a:ext uri="{FF2B5EF4-FFF2-40B4-BE49-F238E27FC236}">
                  <a16:creationId xmlns:a16="http://schemas.microsoft.com/office/drawing/2014/main" id="{9B895B72-C297-0243-8533-3124BDE3F533}"/>
                </a:ext>
              </a:extLst>
            </p:cNvPr>
            <p:cNvCxnSpPr/>
            <p:nvPr userDrawn="1"/>
          </p:nvCxnSpPr>
          <p:spPr>
            <a:xfrm>
              <a:off x="806622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ttore 1 179">
              <a:extLst>
                <a:ext uri="{FF2B5EF4-FFF2-40B4-BE49-F238E27FC236}">
                  <a16:creationId xmlns:a16="http://schemas.microsoft.com/office/drawing/2014/main" id="{B2DC2CFC-6234-2242-9563-BB0F330D004C}"/>
                </a:ext>
              </a:extLst>
            </p:cNvPr>
            <p:cNvCxnSpPr/>
            <p:nvPr userDrawn="1"/>
          </p:nvCxnSpPr>
          <p:spPr>
            <a:xfrm>
              <a:off x="821508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ttore 1 180">
              <a:extLst>
                <a:ext uri="{FF2B5EF4-FFF2-40B4-BE49-F238E27FC236}">
                  <a16:creationId xmlns:a16="http://schemas.microsoft.com/office/drawing/2014/main" id="{99DFC2F5-A121-4B41-BA63-F2857E5BDB8F}"/>
                </a:ext>
              </a:extLst>
            </p:cNvPr>
            <p:cNvCxnSpPr/>
            <p:nvPr userDrawn="1"/>
          </p:nvCxnSpPr>
          <p:spPr>
            <a:xfrm>
              <a:off x="836395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ttore 1 181">
              <a:extLst>
                <a:ext uri="{FF2B5EF4-FFF2-40B4-BE49-F238E27FC236}">
                  <a16:creationId xmlns:a16="http://schemas.microsoft.com/office/drawing/2014/main" id="{B1EEFD95-BE6D-4E46-8F2C-725EA20614AB}"/>
                </a:ext>
              </a:extLst>
            </p:cNvPr>
            <p:cNvCxnSpPr/>
            <p:nvPr userDrawn="1"/>
          </p:nvCxnSpPr>
          <p:spPr>
            <a:xfrm>
              <a:off x="851282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ttore 1 182">
              <a:extLst>
                <a:ext uri="{FF2B5EF4-FFF2-40B4-BE49-F238E27FC236}">
                  <a16:creationId xmlns:a16="http://schemas.microsoft.com/office/drawing/2014/main" id="{3797D820-4734-1A46-A67A-484B9BF60AF8}"/>
                </a:ext>
              </a:extLst>
            </p:cNvPr>
            <p:cNvCxnSpPr/>
            <p:nvPr userDrawn="1"/>
          </p:nvCxnSpPr>
          <p:spPr>
            <a:xfrm>
              <a:off x="866169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ttore 1 183">
              <a:extLst>
                <a:ext uri="{FF2B5EF4-FFF2-40B4-BE49-F238E27FC236}">
                  <a16:creationId xmlns:a16="http://schemas.microsoft.com/office/drawing/2014/main" id="{B192EFFA-30B4-F24B-B47B-2947CF07DA9C}"/>
                </a:ext>
              </a:extLst>
            </p:cNvPr>
            <p:cNvCxnSpPr/>
            <p:nvPr userDrawn="1"/>
          </p:nvCxnSpPr>
          <p:spPr>
            <a:xfrm>
              <a:off x="881055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ttore 1 184">
              <a:extLst>
                <a:ext uri="{FF2B5EF4-FFF2-40B4-BE49-F238E27FC236}">
                  <a16:creationId xmlns:a16="http://schemas.microsoft.com/office/drawing/2014/main" id="{A8666D49-64A0-B845-87BB-F940A227EE48}"/>
                </a:ext>
              </a:extLst>
            </p:cNvPr>
            <p:cNvCxnSpPr/>
            <p:nvPr userDrawn="1"/>
          </p:nvCxnSpPr>
          <p:spPr>
            <a:xfrm>
              <a:off x="895942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ttore 1 185">
              <a:extLst>
                <a:ext uri="{FF2B5EF4-FFF2-40B4-BE49-F238E27FC236}">
                  <a16:creationId xmlns:a16="http://schemas.microsoft.com/office/drawing/2014/main" id="{417735C8-9261-F14E-B112-A500130DC661}"/>
                </a:ext>
              </a:extLst>
            </p:cNvPr>
            <p:cNvCxnSpPr/>
            <p:nvPr userDrawn="1"/>
          </p:nvCxnSpPr>
          <p:spPr>
            <a:xfrm>
              <a:off x="910829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ttore 1 186">
              <a:extLst>
                <a:ext uri="{FF2B5EF4-FFF2-40B4-BE49-F238E27FC236}">
                  <a16:creationId xmlns:a16="http://schemas.microsoft.com/office/drawing/2014/main" id="{34841070-0374-494D-9BD8-BAC5D93BED7A}"/>
                </a:ext>
              </a:extLst>
            </p:cNvPr>
            <p:cNvCxnSpPr/>
            <p:nvPr userDrawn="1"/>
          </p:nvCxnSpPr>
          <p:spPr>
            <a:xfrm>
              <a:off x="925715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ttore 1 187">
              <a:extLst>
                <a:ext uri="{FF2B5EF4-FFF2-40B4-BE49-F238E27FC236}">
                  <a16:creationId xmlns:a16="http://schemas.microsoft.com/office/drawing/2014/main" id="{BD790E63-4286-EF44-AA8A-73AFE2DBF713}"/>
                </a:ext>
              </a:extLst>
            </p:cNvPr>
            <p:cNvCxnSpPr/>
            <p:nvPr userDrawn="1"/>
          </p:nvCxnSpPr>
          <p:spPr>
            <a:xfrm>
              <a:off x="940602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ttore 1 188">
              <a:extLst>
                <a:ext uri="{FF2B5EF4-FFF2-40B4-BE49-F238E27FC236}">
                  <a16:creationId xmlns:a16="http://schemas.microsoft.com/office/drawing/2014/main" id="{8E5C2B54-CC34-8E4C-A6DE-826FD7AF4DA5}"/>
                </a:ext>
              </a:extLst>
            </p:cNvPr>
            <p:cNvCxnSpPr/>
            <p:nvPr userDrawn="1"/>
          </p:nvCxnSpPr>
          <p:spPr>
            <a:xfrm>
              <a:off x="955489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ttore 1 189">
              <a:extLst>
                <a:ext uri="{FF2B5EF4-FFF2-40B4-BE49-F238E27FC236}">
                  <a16:creationId xmlns:a16="http://schemas.microsoft.com/office/drawing/2014/main" id="{87A1C382-711C-F848-8B13-6552BF9427D3}"/>
                </a:ext>
              </a:extLst>
            </p:cNvPr>
            <p:cNvCxnSpPr/>
            <p:nvPr userDrawn="1"/>
          </p:nvCxnSpPr>
          <p:spPr>
            <a:xfrm>
              <a:off x="970375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ttore 1 190">
              <a:extLst>
                <a:ext uri="{FF2B5EF4-FFF2-40B4-BE49-F238E27FC236}">
                  <a16:creationId xmlns:a16="http://schemas.microsoft.com/office/drawing/2014/main" id="{1A705A49-7BFA-184C-924F-4C86C8D8A873}"/>
                </a:ext>
              </a:extLst>
            </p:cNvPr>
            <p:cNvCxnSpPr/>
            <p:nvPr userDrawn="1"/>
          </p:nvCxnSpPr>
          <p:spPr>
            <a:xfrm>
              <a:off x="985262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ttore 1 191">
              <a:extLst>
                <a:ext uri="{FF2B5EF4-FFF2-40B4-BE49-F238E27FC236}">
                  <a16:creationId xmlns:a16="http://schemas.microsoft.com/office/drawing/2014/main" id="{74081880-02E6-6642-9AEF-D57D7BB6658D}"/>
                </a:ext>
              </a:extLst>
            </p:cNvPr>
            <p:cNvCxnSpPr/>
            <p:nvPr userDrawn="1"/>
          </p:nvCxnSpPr>
          <p:spPr>
            <a:xfrm>
              <a:off x="1000149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ttore 1 192">
              <a:extLst>
                <a:ext uri="{FF2B5EF4-FFF2-40B4-BE49-F238E27FC236}">
                  <a16:creationId xmlns:a16="http://schemas.microsoft.com/office/drawing/2014/main" id="{A2655681-C4BE-174E-B117-0E093D167187}"/>
                </a:ext>
              </a:extLst>
            </p:cNvPr>
            <p:cNvCxnSpPr/>
            <p:nvPr userDrawn="1"/>
          </p:nvCxnSpPr>
          <p:spPr>
            <a:xfrm>
              <a:off x="1015036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ttore 1 193">
              <a:extLst>
                <a:ext uri="{FF2B5EF4-FFF2-40B4-BE49-F238E27FC236}">
                  <a16:creationId xmlns:a16="http://schemas.microsoft.com/office/drawing/2014/main" id="{1B14140D-4C5A-0A4D-8B0A-CDB0E841BE41}"/>
                </a:ext>
              </a:extLst>
            </p:cNvPr>
            <p:cNvCxnSpPr/>
            <p:nvPr userDrawn="1"/>
          </p:nvCxnSpPr>
          <p:spPr>
            <a:xfrm>
              <a:off x="1029922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ttore 1 194">
              <a:extLst>
                <a:ext uri="{FF2B5EF4-FFF2-40B4-BE49-F238E27FC236}">
                  <a16:creationId xmlns:a16="http://schemas.microsoft.com/office/drawing/2014/main" id="{0480F583-82CB-AB45-88F6-F26E1CB9F8CD}"/>
                </a:ext>
              </a:extLst>
            </p:cNvPr>
            <p:cNvCxnSpPr/>
            <p:nvPr userDrawn="1"/>
          </p:nvCxnSpPr>
          <p:spPr>
            <a:xfrm>
              <a:off x="1044809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ttore 1 195">
              <a:extLst>
                <a:ext uri="{FF2B5EF4-FFF2-40B4-BE49-F238E27FC236}">
                  <a16:creationId xmlns:a16="http://schemas.microsoft.com/office/drawing/2014/main" id="{5A8231BE-78A9-3F46-B4A0-FE825F50A6EC}"/>
                </a:ext>
              </a:extLst>
            </p:cNvPr>
            <p:cNvCxnSpPr/>
            <p:nvPr userDrawn="1"/>
          </p:nvCxnSpPr>
          <p:spPr>
            <a:xfrm>
              <a:off x="1059696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ttore 1 196">
              <a:extLst>
                <a:ext uri="{FF2B5EF4-FFF2-40B4-BE49-F238E27FC236}">
                  <a16:creationId xmlns:a16="http://schemas.microsoft.com/office/drawing/2014/main" id="{9E642B66-82F6-7546-834A-9387F82C3D15}"/>
                </a:ext>
              </a:extLst>
            </p:cNvPr>
            <p:cNvCxnSpPr/>
            <p:nvPr userDrawn="1"/>
          </p:nvCxnSpPr>
          <p:spPr>
            <a:xfrm>
              <a:off x="1074582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ttore 1 197">
              <a:extLst>
                <a:ext uri="{FF2B5EF4-FFF2-40B4-BE49-F238E27FC236}">
                  <a16:creationId xmlns:a16="http://schemas.microsoft.com/office/drawing/2014/main" id="{CCCD5ECF-49A5-E745-B3B4-1781A60EE482}"/>
                </a:ext>
              </a:extLst>
            </p:cNvPr>
            <p:cNvCxnSpPr/>
            <p:nvPr userDrawn="1"/>
          </p:nvCxnSpPr>
          <p:spPr>
            <a:xfrm>
              <a:off x="1089469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ttore 1 198">
              <a:extLst>
                <a:ext uri="{FF2B5EF4-FFF2-40B4-BE49-F238E27FC236}">
                  <a16:creationId xmlns:a16="http://schemas.microsoft.com/office/drawing/2014/main" id="{934CE9E6-EF55-9446-9D97-651A5DF855F8}"/>
                </a:ext>
              </a:extLst>
            </p:cNvPr>
            <p:cNvCxnSpPr/>
            <p:nvPr userDrawn="1"/>
          </p:nvCxnSpPr>
          <p:spPr>
            <a:xfrm>
              <a:off x="110435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ttore 1 199">
              <a:extLst>
                <a:ext uri="{FF2B5EF4-FFF2-40B4-BE49-F238E27FC236}">
                  <a16:creationId xmlns:a16="http://schemas.microsoft.com/office/drawing/2014/main" id="{2872CE9D-36E0-FF46-A88E-1016B2E61DFE}"/>
                </a:ext>
              </a:extLst>
            </p:cNvPr>
            <p:cNvCxnSpPr/>
            <p:nvPr userDrawn="1"/>
          </p:nvCxnSpPr>
          <p:spPr>
            <a:xfrm>
              <a:off x="1119242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ttore 1 200">
              <a:extLst>
                <a:ext uri="{FF2B5EF4-FFF2-40B4-BE49-F238E27FC236}">
                  <a16:creationId xmlns:a16="http://schemas.microsoft.com/office/drawing/2014/main" id="{471B7BB5-ABE8-5A4D-B90B-3F619AB55FD7}"/>
                </a:ext>
              </a:extLst>
            </p:cNvPr>
            <p:cNvCxnSpPr/>
            <p:nvPr userDrawn="1"/>
          </p:nvCxnSpPr>
          <p:spPr>
            <a:xfrm>
              <a:off x="1134129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ttore 1 201">
              <a:extLst>
                <a:ext uri="{FF2B5EF4-FFF2-40B4-BE49-F238E27FC236}">
                  <a16:creationId xmlns:a16="http://schemas.microsoft.com/office/drawing/2014/main" id="{3ACFF15C-9934-7F46-A216-B4B06576D91C}"/>
                </a:ext>
              </a:extLst>
            </p:cNvPr>
            <p:cNvCxnSpPr/>
            <p:nvPr userDrawn="1"/>
          </p:nvCxnSpPr>
          <p:spPr>
            <a:xfrm>
              <a:off x="1149016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ttore 1 202">
              <a:extLst>
                <a:ext uri="{FF2B5EF4-FFF2-40B4-BE49-F238E27FC236}">
                  <a16:creationId xmlns:a16="http://schemas.microsoft.com/office/drawing/2014/main" id="{E9F4F433-784D-554E-9B96-20DBD95B2307}"/>
                </a:ext>
              </a:extLst>
            </p:cNvPr>
            <p:cNvCxnSpPr/>
            <p:nvPr userDrawn="1"/>
          </p:nvCxnSpPr>
          <p:spPr>
            <a:xfrm>
              <a:off x="1163903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ttore 1 203">
              <a:extLst>
                <a:ext uri="{FF2B5EF4-FFF2-40B4-BE49-F238E27FC236}">
                  <a16:creationId xmlns:a16="http://schemas.microsoft.com/office/drawing/2014/main" id="{DA73CD80-5BD9-2D48-9B72-45D748DC5EDC}"/>
                </a:ext>
              </a:extLst>
            </p:cNvPr>
            <p:cNvCxnSpPr/>
            <p:nvPr userDrawn="1"/>
          </p:nvCxnSpPr>
          <p:spPr>
            <a:xfrm>
              <a:off x="1178789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ttore 1 204">
              <a:extLst>
                <a:ext uri="{FF2B5EF4-FFF2-40B4-BE49-F238E27FC236}">
                  <a16:creationId xmlns:a16="http://schemas.microsoft.com/office/drawing/2014/main" id="{C3CED2FA-6DE5-2045-AD6B-5F49909CC76B}"/>
                </a:ext>
              </a:extLst>
            </p:cNvPr>
            <p:cNvCxnSpPr/>
            <p:nvPr userDrawn="1"/>
          </p:nvCxnSpPr>
          <p:spPr>
            <a:xfrm>
              <a:off x="1193676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ttore 1 205">
              <a:extLst>
                <a:ext uri="{FF2B5EF4-FFF2-40B4-BE49-F238E27FC236}">
                  <a16:creationId xmlns:a16="http://schemas.microsoft.com/office/drawing/2014/main" id="{162155B8-F6C6-164B-B3F9-9134A863E53B}"/>
                </a:ext>
              </a:extLst>
            </p:cNvPr>
            <p:cNvCxnSpPr/>
            <p:nvPr userDrawn="1"/>
          </p:nvCxnSpPr>
          <p:spPr>
            <a:xfrm>
              <a:off x="1208563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ttore 1 206">
              <a:extLst>
                <a:ext uri="{FF2B5EF4-FFF2-40B4-BE49-F238E27FC236}">
                  <a16:creationId xmlns:a16="http://schemas.microsoft.com/office/drawing/2014/main" id="{8214685C-899D-D34A-BF80-999E0460276B}"/>
                </a:ext>
              </a:extLst>
            </p:cNvPr>
            <p:cNvCxnSpPr/>
            <p:nvPr userDrawn="1"/>
          </p:nvCxnSpPr>
          <p:spPr>
            <a:xfrm>
              <a:off x="1223449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ttore 1 207">
              <a:extLst>
                <a:ext uri="{FF2B5EF4-FFF2-40B4-BE49-F238E27FC236}">
                  <a16:creationId xmlns:a16="http://schemas.microsoft.com/office/drawing/2014/main" id="{60743D29-7AE0-5A49-A5B8-E66D56801678}"/>
                </a:ext>
              </a:extLst>
            </p:cNvPr>
            <p:cNvCxnSpPr/>
            <p:nvPr userDrawn="1"/>
          </p:nvCxnSpPr>
          <p:spPr>
            <a:xfrm>
              <a:off x="1238336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ttore 1 208">
              <a:extLst>
                <a:ext uri="{FF2B5EF4-FFF2-40B4-BE49-F238E27FC236}">
                  <a16:creationId xmlns:a16="http://schemas.microsoft.com/office/drawing/2014/main" id="{E465B1DA-89D1-4642-B700-B31B6CDAE4F5}"/>
                </a:ext>
              </a:extLst>
            </p:cNvPr>
            <p:cNvCxnSpPr/>
            <p:nvPr userDrawn="1"/>
          </p:nvCxnSpPr>
          <p:spPr>
            <a:xfrm>
              <a:off x="1253223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ttore 1 209">
              <a:extLst>
                <a:ext uri="{FF2B5EF4-FFF2-40B4-BE49-F238E27FC236}">
                  <a16:creationId xmlns:a16="http://schemas.microsoft.com/office/drawing/2014/main" id="{A49DEE82-C924-3244-9D96-7327CC69C488}"/>
                </a:ext>
              </a:extLst>
            </p:cNvPr>
            <p:cNvCxnSpPr/>
            <p:nvPr userDrawn="1"/>
          </p:nvCxnSpPr>
          <p:spPr>
            <a:xfrm>
              <a:off x="1268109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ttore 1 210">
              <a:extLst>
                <a:ext uri="{FF2B5EF4-FFF2-40B4-BE49-F238E27FC236}">
                  <a16:creationId xmlns:a16="http://schemas.microsoft.com/office/drawing/2014/main" id="{B5AEB02E-36A6-5649-ABED-1691A9398CAE}"/>
                </a:ext>
              </a:extLst>
            </p:cNvPr>
            <p:cNvCxnSpPr/>
            <p:nvPr userDrawn="1"/>
          </p:nvCxnSpPr>
          <p:spPr>
            <a:xfrm>
              <a:off x="1282996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ttore 1 211">
              <a:extLst>
                <a:ext uri="{FF2B5EF4-FFF2-40B4-BE49-F238E27FC236}">
                  <a16:creationId xmlns:a16="http://schemas.microsoft.com/office/drawing/2014/main" id="{5F867BDB-D1D6-DB45-9575-45C004B6C52F}"/>
                </a:ext>
              </a:extLst>
            </p:cNvPr>
            <p:cNvCxnSpPr/>
            <p:nvPr userDrawn="1"/>
          </p:nvCxnSpPr>
          <p:spPr>
            <a:xfrm>
              <a:off x="1297883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ttore 1 212">
              <a:extLst>
                <a:ext uri="{FF2B5EF4-FFF2-40B4-BE49-F238E27FC236}">
                  <a16:creationId xmlns:a16="http://schemas.microsoft.com/office/drawing/2014/main" id="{7D486009-7E7D-AC4F-932A-4884BD23EBCF}"/>
                </a:ext>
              </a:extLst>
            </p:cNvPr>
            <p:cNvCxnSpPr/>
            <p:nvPr userDrawn="1"/>
          </p:nvCxnSpPr>
          <p:spPr>
            <a:xfrm>
              <a:off x="1312770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ttore 1 213">
              <a:extLst>
                <a:ext uri="{FF2B5EF4-FFF2-40B4-BE49-F238E27FC236}">
                  <a16:creationId xmlns:a16="http://schemas.microsoft.com/office/drawing/2014/main" id="{13E8DD4B-43C7-4748-8FA7-9A15F817B40B}"/>
                </a:ext>
              </a:extLst>
            </p:cNvPr>
            <p:cNvCxnSpPr/>
            <p:nvPr userDrawn="1"/>
          </p:nvCxnSpPr>
          <p:spPr>
            <a:xfrm>
              <a:off x="1327656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ttore 1 214">
              <a:extLst>
                <a:ext uri="{FF2B5EF4-FFF2-40B4-BE49-F238E27FC236}">
                  <a16:creationId xmlns:a16="http://schemas.microsoft.com/office/drawing/2014/main" id="{DA754564-2385-7B49-A57E-0DB80877228C}"/>
                </a:ext>
              </a:extLst>
            </p:cNvPr>
            <p:cNvCxnSpPr/>
            <p:nvPr userDrawn="1"/>
          </p:nvCxnSpPr>
          <p:spPr>
            <a:xfrm>
              <a:off x="1342543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ttore 1 215">
              <a:extLst>
                <a:ext uri="{FF2B5EF4-FFF2-40B4-BE49-F238E27FC236}">
                  <a16:creationId xmlns:a16="http://schemas.microsoft.com/office/drawing/2014/main" id="{3AFDEE89-921A-404D-9C77-1E5D65F0F27D}"/>
                </a:ext>
              </a:extLst>
            </p:cNvPr>
            <p:cNvCxnSpPr/>
            <p:nvPr userDrawn="1"/>
          </p:nvCxnSpPr>
          <p:spPr>
            <a:xfrm>
              <a:off x="1357430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ttore 1 216">
              <a:extLst>
                <a:ext uri="{FF2B5EF4-FFF2-40B4-BE49-F238E27FC236}">
                  <a16:creationId xmlns:a16="http://schemas.microsoft.com/office/drawing/2014/main" id="{EFBDCCD6-EE20-4B42-826D-271C83D96CD3}"/>
                </a:ext>
              </a:extLst>
            </p:cNvPr>
            <p:cNvCxnSpPr/>
            <p:nvPr userDrawn="1"/>
          </p:nvCxnSpPr>
          <p:spPr>
            <a:xfrm>
              <a:off x="1372316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ttore 1 217">
              <a:extLst>
                <a:ext uri="{FF2B5EF4-FFF2-40B4-BE49-F238E27FC236}">
                  <a16:creationId xmlns:a16="http://schemas.microsoft.com/office/drawing/2014/main" id="{C8F82949-7DB2-E84C-92D0-E0C6DD68F311}"/>
                </a:ext>
              </a:extLst>
            </p:cNvPr>
            <p:cNvCxnSpPr/>
            <p:nvPr userDrawn="1"/>
          </p:nvCxnSpPr>
          <p:spPr>
            <a:xfrm>
              <a:off x="1387203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nettore 1 218">
              <a:extLst>
                <a:ext uri="{FF2B5EF4-FFF2-40B4-BE49-F238E27FC236}">
                  <a16:creationId xmlns:a16="http://schemas.microsoft.com/office/drawing/2014/main" id="{3DBEFAC0-392A-304E-B2DC-8F2808A9975C}"/>
                </a:ext>
              </a:extLst>
            </p:cNvPr>
            <p:cNvCxnSpPr/>
            <p:nvPr userDrawn="1"/>
          </p:nvCxnSpPr>
          <p:spPr>
            <a:xfrm>
              <a:off x="1402090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ttore 1 219">
              <a:extLst>
                <a:ext uri="{FF2B5EF4-FFF2-40B4-BE49-F238E27FC236}">
                  <a16:creationId xmlns:a16="http://schemas.microsoft.com/office/drawing/2014/main" id="{B21472C7-858E-F442-9500-6A0EF96FB2C3}"/>
                </a:ext>
              </a:extLst>
            </p:cNvPr>
            <p:cNvCxnSpPr/>
            <p:nvPr userDrawn="1"/>
          </p:nvCxnSpPr>
          <p:spPr>
            <a:xfrm>
              <a:off x="1416976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nettore 1 220">
              <a:extLst>
                <a:ext uri="{FF2B5EF4-FFF2-40B4-BE49-F238E27FC236}">
                  <a16:creationId xmlns:a16="http://schemas.microsoft.com/office/drawing/2014/main" id="{96879239-DFDE-C941-AAA8-77F7CA6E163D}"/>
                </a:ext>
              </a:extLst>
            </p:cNvPr>
            <p:cNvCxnSpPr/>
            <p:nvPr userDrawn="1"/>
          </p:nvCxnSpPr>
          <p:spPr>
            <a:xfrm>
              <a:off x="1431863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nettore 1 221">
              <a:extLst>
                <a:ext uri="{FF2B5EF4-FFF2-40B4-BE49-F238E27FC236}">
                  <a16:creationId xmlns:a16="http://schemas.microsoft.com/office/drawing/2014/main" id="{C4236744-E7CF-E04C-81FF-86E42C1B4A78}"/>
                </a:ext>
              </a:extLst>
            </p:cNvPr>
            <p:cNvCxnSpPr/>
            <p:nvPr userDrawn="1"/>
          </p:nvCxnSpPr>
          <p:spPr>
            <a:xfrm>
              <a:off x="1446750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nettore 1 222">
              <a:extLst>
                <a:ext uri="{FF2B5EF4-FFF2-40B4-BE49-F238E27FC236}">
                  <a16:creationId xmlns:a16="http://schemas.microsoft.com/office/drawing/2014/main" id="{DAAA7038-A3DD-2044-BCF2-95975B413B33}"/>
                </a:ext>
              </a:extLst>
            </p:cNvPr>
            <p:cNvCxnSpPr/>
            <p:nvPr userDrawn="1"/>
          </p:nvCxnSpPr>
          <p:spPr>
            <a:xfrm>
              <a:off x="1461637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ttore 1 223">
              <a:extLst>
                <a:ext uri="{FF2B5EF4-FFF2-40B4-BE49-F238E27FC236}">
                  <a16:creationId xmlns:a16="http://schemas.microsoft.com/office/drawing/2014/main" id="{F84FEF51-2D43-9D48-B909-B82DE9B7B934}"/>
                </a:ext>
              </a:extLst>
            </p:cNvPr>
            <p:cNvCxnSpPr/>
            <p:nvPr userDrawn="1"/>
          </p:nvCxnSpPr>
          <p:spPr>
            <a:xfrm>
              <a:off x="1476523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ttore 1 224">
              <a:extLst>
                <a:ext uri="{FF2B5EF4-FFF2-40B4-BE49-F238E27FC236}">
                  <a16:creationId xmlns:a16="http://schemas.microsoft.com/office/drawing/2014/main" id="{9AB9DE00-DE01-1545-B486-A85948F6C480}"/>
                </a:ext>
              </a:extLst>
            </p:cNvPr>
            <p:cNvCxnSpPr/>
            <p:nvPr userDrawn="1"/>
          </p:nvCxnSpPr>
          <p:spPr>
            <a:xfrm>
              <a:off x="1491410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ttore 1 225">
              <a:extLst>
                <a:ext uri="{FF2B5EF4-FFF2-40B4-BE49-F238E27FC236}">
                  <a16:creationId xmlns:a16="http://schemas.microsoft.com/office/drawing/2014/main" id="{84EE9B38-F9FC-A542-ACAC-F87670B447E6}"/>
                </a:ext>
              </a:extLst>
            </p:cNvPr>
            <p:cNvCxnSpPr/>
            <p:nvPr userDrawn="1"/>
          </p:nvCxnSpPr>
          <p:spPr>
            <a:xfrm>
              <a:off x="1506297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ttore 1 226">
              <a:extLst>
                <a:ext uri="{FF2B5EF4-FFF2-40B4-BE49-F238E27FC236}">
                  <a16:creationId xmlns:a16="http://schemas.microsoft.com/office/drawing/2014/main" id="{6518BD49-7C43-C44E-BCE6-6182200B80C2}"/>
                </a:ext>
              </a:extLst>
            </p:cNvPr>
            <p:cNvCxnSpPr/>
            <p:nvPr userDrawn="1"/>
          </p:nvCxnSpPr>
          <p:spPr>
            <a:xfrm>
              <a:off x="1521183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nettore 1 227">
              <a:extLst>
                <a:ext uri="{FF2B5EF4-FFF2-40B4-BE49-F238E27FC236}">
                  <a16:creationId xmlns:a16="http://schemas.microsoft.com/office/drawing/2014/main" id="{991941B2-B5E5-FD4B-9B75-5794B8DA4A9E}"/>
                </a:ext>
              </a:extLst>
            </p:cNvPr>
            <p:cNvCxnSpPr/>
            <p:nvPr userDrawn="1"/>
          </p:nvCxnSpPr>
          <p:spPr>
            <a:xfrm>
              <a:off x="1536070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ttore 1 228">
              <a:extLst>
                <a:ext uri="{FF2B5EF4-FFF2-40B4-BE49-F238E27FC236}">
                  <a16:creationId xmlns:a16="http://schemas.microsoft.com/office/drawing/2014/main" id="{8E817067-56F1-8241-A595-789D9DD5C3A0}"/>
                </a:ext>
              </a:extLst>
            </p:cNvPr>
            <p:cNvCxnSpPr/>
            <p:nvPr userDrawn="1"/>
          </p:nvCxnSpPr>
          <p:spPr>
            <a:xfrm>
              <a:off x="1550957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ttore 1 229">
              <a:extLst>
                <a:ext uri="{FF2B5EF4-FFF2-40B4-BE49-F238E27FC236}">
                  <a16:creationId xmlns:a16="http://schemas.microsoft.com/office/drawing/2014/main" id="{64E04798-A9C2-B042-A672-1A478141DFED}"/>
                </a:ext>
              </a:extLst>
            </p:cNvPr>
            <p:cNvCxnSpPr/>
            <p:nvPr userDrawn="1"/>
          </p:nvCxnSpPr>
          <p:spPr>
            <a:xfrm>
              <a:off x="1565843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ttore 1 230">
              <a:extLst>
                <a:ext uri="{FF2B5EF4-FFF2-40B4-BE49-F238E27FC236}">
                  <a16:creationId xmlns:a16="http://schemas.microsoft.com/office/drawing/2014/main" id="{BD0D9E33-A09F-8F41-A398-076DC9908350}"/>
                </a:ext>
              </a:extLst>
            </p:cNvPr>
            <p:cNvCxnSpPr/>
            <p:nvPr userDrawn="1"/>
          </p:nvCxnSpPr>
          <p:spPr>
            <a:xfrm>
              <a:off x="1580730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nettore 1 231">
              <a:extLst>
                <a:ext uri="{FF2B5EF4-FFF2-40B4-BE49-F238E27FC236}">
                  <a16:creationId xmlns:a16="http://schemas.microsoft.com/office/drawing/2014/main" id="{FAD6C479-E166-8B40-A239-86FAAC16E5DF}"/>
                </a:ext>
              </a:extLst>
            </p:cNvPr>
            <p:cNvCxnSpPr/>
            <p:nvPr userDrawn="1"/>
          </p:nvCxnSpPr>
          <p:spPr>
            <a:xfrm>
              <a:off x="1595617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ttore 1 232">
              <a:extLst>
                <a:ext uri="{FF2B5EF4-FFF2-40B4-BE49-F238E27FC236}">
                  <a16:creationId xmlns:a16="http://schemas.microsoft.com/office/drawing/2014/main" id="{5E4753FD-5223-3F40-B56D-9411C864C95A}"/>
                </a:ext>
              </a:extLst>
            </p:cNvPr>
            <p:cNvCxnSpPr/>
            <p:nvPr userDrawn="1"/>
          </p:nvCxnSpPr>
          <p:spPr>
            <a:xfrm>
              <a:off x="161050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ttore 1 233">
              <a:extLst>
                <a:ext uri="{FF2B5EF4-FFF2-40B4-BE49-F238E27FC236}">
                  <a16:creationId xmlns:a16="http://schemas.microsoft.com/office/drawing/2014/main" id="{7667B3F6-80EB-9C40-A568-FB50285E0529}"/>
                </a:ext>
              </a:extLst>
            </p:cNvPr>
            <p:cNvCxnSpPr/>
            <p:nvPr userDrawn="1"/>
          </p:nvCxnSpPr>
          <p:spPr>
            <a:xfrm>
              <a:off x="162539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nettore 1 234">
              <a:extLst>
                <a:ext uri="{FF2B5EF4-FFF2-40B4-BE49-F238E27FC236}">
                  <a16:creationId xmlns:a16="http://schemas.microsoft.com/office/drawing/2014/main" id="{49886264-F4A8-464B-9250-4EF2AD6C4323}"/>
                </a:ext>
              </a:extLst>
            </p:cNvPr>
            <p:cNvCxnSpPr/>
            <p:nvPr userDrawn="1"/>
          </p:nvCxnSpPr>
          <p:spPr>
            <a:xfrm>
              <a:off x="164027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ttore 1 235">
              <a:extLst>
                <a:ext uri="{FF2B5EF4-FFF2-40B4-BE49-F238E27FC236}">
                  <a16:creationId xmlns:a16="http://schemas.microsoft.com/office/drawing/2014/main" id="{BDE26F90-5C21-B544-A8F7-9DFECEFE9F2B}"/>
                </a:ext>
              </a:extLst>
            </p:cNvPr>
            <p:cNvCxnSpPr/>
            <p:nvPr userDrawn="1"/>
          </p:nvCxnSpPr>
          <p:spPr>
            <a:xfrm>
              <a:off x="165516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ttore 1 236">
              <a:extLst>
                <a:ext uri="{FF2B5EF4-FFF2-40B4-BE49-F238E27FC236}">
                  <a16:creationId xmlns:a16="http://schemas.microsoft.com/office/drawing/2014/main" id="{8EAC0A92-8E30-3049-A93D-32726BF54732}"/>
                </a:ext>
              </a:extLst>
            </p:cNvPr>
            <p:cNvCxnSpPr/>
            <p:nvPr userDrawn="1"/>
          </p:nvCxnSpPr>
          <p:spPr>
            <a:xfrm>
              <a:off x="167005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ttore 1 237">
              <a:extLst>
                <a:ext uri="{FF2B5EF4-FFF2-40B4-BE49-F238E27FC236}">
                  <a16:creationId xmlns:a16="http://schemas.microsoft.com/office/drawing/2014/main" id="{75D0EC52-B6A0-DA4F-806A-94094A1173B0}"/>
                </a:ext>
              </a:extLst>
            </p:cNvPr>
            <p:cNvCxnSpPr/>
            <p:nvPr userDrawn="1"/>
          </p:nvCxnSpPr>
          <p:spPr>
            <a:xfrm>
              <a:off x="168493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Connettore 1 238">
              <a:extLst>
                <a:ext uri="{FF2B5EF4-FFF2-40B4-BE49-F238E27FC236}">
                  <a16:creationId xmlns:a16="http://schemas.microsoft.com/office/drawing/2014/main" id="{9AA07591-C0CA-B048-A44B-6FF13F6A1D87}"/>
                </a:ext>
              </a:extLst>
            </p:cNvPr>
            <p:cNvCxnSpPr/>
            <p:nvPr userDrawn="1"/>
          </p:nvCxnSpPr>
          <p:spPr>
            <a:xfrm>
              <a:off x="169982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Connettore 1 239">
              <a:extLst>
                <a:ext uri="{FF2B5EF4-FFF2-40B4-BE49-F238E27FC236}">
                  <a16:creationId xmlns:a16="http://schemas.microsoft.com/office/drawing/2014/main" id="{241CD488-E74F-0249-8966-4B7EE26B106D}"/>
                </a:ext>
              </a:extLst>
            </p:cNvPr>
            <p:cNvCxnSpPr/>
            <p:nvPr userDrawn="1"/>
          </p:nvCxnSpPr>
          <p:spPr>
            <a:xfrm>
              <a:off x="171471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Connettore 1 240">
              <a:extLst>
                <a:ext uri="{FF2B5EF4-FFF2-40B4-BE49-F238E27FC236}">
                  <a16:creationId xmlns:a16="http://schemas.microsoft.com/office/drawing/2014/main" id="{F143E4EA-15E9-4845-824A-CC2793724E6D}"/>
                </a:ext>
              </a:extLst>
            </p:cNvPr>
            <p:cNvCxnSpPr/>
            <p:nvPr userDrawn="1"/>
          </p:nvCxnSpPr>
          <p:spPr>
            <a:xfrm>
              <a:off x="172959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nettore 1 241">
              <a:extLst>
                <a:ext uri="{FF2B5EF4-FFF2-40B4-BE49-F238E27FC236}">
                  <a16:creationId xmlns:a16="http://schemas.microsoft.com/office/drawing/2014/main" id="{B99B1386-2176-234E-A255-87597570D484}"/>
                </a:ext>
              </a:extLst>
            </p:cNvPr>
            <p:cNvCxnSpPr/>
            <p:nvPr userDrawn="1"/>
          </p:nvCxnSpPr>
          <p:spPr>
            <a:xfrm>
              <a:off x="174448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nettore 1 242">
              <a:extLst>
                <a:ext uri="{FF2B5EF4-FFF2-40B4-BE49-F238E27FC236}">
                  <a16:creationId xmlns:a16="http://schemas.microsoft.com/office/drawing/2014/main" id="{25ECF244-273D-D849-9099-5D7B1F78ABA7}"/>
                </a:ext>
              </a:extLst>
            </p:cNvPr>
            <p:cNvCxnSpPr/>
            <p:nvPr userDrawn="1"/>
          </p:nvCxnSpPr>
          <p:spPr>
            <a:xfrm>
              <a:off x="175937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nettore 1 243">
              <a:extLst>
                <a:ext uri="{FF2B5EF4-FFF2-40B4-BE49-F238E27FC236}">
                  <a16:creationId xmlns:a16="http://schemas.microsoft.com/office/drawing/2014/main" id="{929F2F46-67B2-FE4F-A5F9-FB09317BF603}"/>
                </a:ext>
              </a:extLst>
            </p:cNvPr>
            <p:cNvCxnSpPr/>
            <p:nvPr userDrawn="1"/>
          </p:nvCxnSpPr>
          <p:spPr>
            <a:xfrm>
              <a:off x="177425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Connettore 1 244">
              <a:extLst>
                <a:ext uri="{FF2B5EF4-FFF2-40B4-BE49-F238E27FC236}">
                  <a16:creationId xmlns:a16="http://schemas.microsoft.com/office/drawing/2014/main" id="{3DB61F72-C01A-8642-ACE7-8F8319D00881}"/>
                </a:ext>
              </a:extLst>
            </p:cNvPr>
            <p:cNvCxnSpPr/>
            <p:nvPr userDrawn="1"/>
          </p:nvCxnSpPr>
          <p:spPr>
            <a:xfrm>
              <a:off x="178914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nettore 1 245">
              <a:extLst>
                <a:ext uri="{FF2B5EF4-FFF2-40B4-BE49-F238E27FC236}">
                  <a16:creationId xmlns:a16="http://schemas.microsoft.com/office/drawing/2014/main" id="{41E87EC4-8AF2-5946-8ABF-ACED87AB2DD8}"/>
                </a:ext>
              </a:extLst>
            </p:cNvPr>
            <p:cNvCxnSpPr/>
            <p:nvPr userDrawn="1"/>
          </p:nvCxnSpPr>
          <p:spPr>
            <a:xfrm>
              <a:off x="180403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nettore 1 246">
              <a:extLst>
                <a:ext uri="{FF2B5EF4-FFF2-40B4-BE49-F238E27FC236}">
                  <a16:creationId xmlns:a16="http://schemas.microsoft.com/office/drawing/2014/main" id="{DF4B479F-9062-244F-879B-14E755B4EC1B}"/>
                </a:ext>
              </a:extLst>
            </p:cNvPr>
            <p:cNvCxnSpPr/>
            <p:nvPr userDrawn="1"/>
          </p:nvCxnSpPr>
          <p:spPr>
            <a:xfrm>
              <a:off x="181891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nettore 1 247">
              <a:extLst>
                <a:ext uri="{FF2B5EF4-FFF2-40B4-BE49-F238E27FC236}">
                  <a16:creationId xmlns:a16="http://schemas.microsoft.com/office/drawing/2014/main" id="{8D782EDD-ADC0-E241-A32A-01B8EB374915}"/>
                </a:ext>
              </a:extLst>
            </p:cNvPr>
            <p:cNvCxnSpPr/>
            <p:nvPr userDrawn="1"/>
          </p:nvCxnSpPr>
          <p:spPr>
            <a:xfrm>
              <a:off x="183380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nettore 1 248">
              <a:extLst>
                <a:ext uri="{FF2B5EF4-FFF2-40B4-BE49-F238E27FC236}">
                  <a16:creationId xmlns:a16="http://schemas.microsoft.com/office/drawing/2014/main" id="{977C2333-4889-9946-83D2-B0A1D1FA822C}"/>
                </a:ext>
              </a:extLst>
            </p:cNvPr>
            <p:cNvCxnSpPr/>
            <p:nvPr userDrawn="1"/>
          </p:nvCxnSpPr>
          <p:spPr>
            <a:xfrm>
              <a:off x="184869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nettore 1 249">
              <a:extLst>
                <a:ext uri="{FF2B5EF4-FFF2-40B4-BE49-F238E27FC236}">
                  <a16:creationId xmlns:a16="http://schemas.microsoft.com/office/drawing/2014/main" id="{A4FF9F9C-C3E0-A14F-B403-CA90A9DE86A3}"/>
                </a:ext>
              </a:extLst>
            </p:cNvPr>
            <p:cNvCxnSpPr/>
            <p:nvPr userDrawn="1"/>
          </p:nvCxnSpPr>
          <p:spPr>
            <a:xfrm>
              <a:off x="186357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nettore 1 250">
              <a:extLst>
                <a:ext uri="{FF2B5EF4-FFF2-40B4-BE49-F238E27FC236}">
                  <a16:creationId xmlns:a16="http://schemas.microsoft.com/office/drawing/2014/main" id="{01BF9AD9-CBD4-8E49-9DF4-C8F25C8375FC}"/>
                </a:ext>
              </a:extLst>
            </p:cNvPr>
            <p:cNvCxnSpPr/>
            <p:nvPr userDrawn="1"/>
          </p:nvCxnSpPr>
          <p:spPr>
            <a:xfrm>
              <a:off x="187846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nettore 1 251">
              <a:extLst>
                <a:ext uri="{FF2B5EF4-FFF2-40B4-BE49-F238E27FC236}">
                  <a16:creationId xmlns:a16="http://schemas.microsoft.com/office/drawing/2014/main" id="{73DAE487-B685-EA45-84DC-2E25302FD551}"/>
                </a:ext>
              </a:extLst>
            </p:cNvPr>
            <p:cNvCxnSpPr/>
            <p:nvPr userDrawn="1"/>
          </p:nvCxnSpPr>
          <p:spPr>
            <a:xfrm>
              <a:off x="189334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2" name="Text Placeholder 131">
            <a:extLst>
              <a:ext uri="{FF2B5EF4-FFF2-40B4-BE49-F238E27FC236}">
                <a16:creationId xmlns:a16="http://schemas.microsoft.com/office/drawing/2014/main" id="{E23617D6-CB67-9440-9D4C-1A2DA691FE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05385" y="5418007"/>
            <a:ext cx="5872572" cy="914400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bg1"/>
                </a:solidFill>
                <a:latin typeface="Garamond" panose="02020404030301010803" pitchFamily="18" charset="0"/>
                <a:ea typeface="Segoe UI Symbol" panose="020B0502040204020203" pitchFamily="34" charset="0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Insert Speaker’s Name</a:t>
            </a:r>
          </a:p>
        </p:txBody>
      </p:sp>
      <p:pic>
        <p:nvPicPr>
          <p:cNvPr id="128" name="Picture 127" descr="A picture containing logo&#10;&#10;Description automatically generated">
            <a:extLst>
              <a:ext uri="{FF2B5EF4-FFF2-40B4-BE49-F238E27FC236}">
                <a16:creationId xmlns:a16="http://schemas.microsoft.com/office/drawing/2014/main" id="{38694178-99CA-6D48-9917-936CE935AD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20737" y="188877"/>
            <a:ext cx="6244372" cy="256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4192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66FC32F-9B1D-1B45-BE3C-EB96F74B3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D94A6A-9204-D04E-9D61-1FFC9D6BF3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611485-6343-EF4D-949C-7F6C78560B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it-IT"/>
              <a:t>03/09/25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BEE40F-82AF-2D4F-BED4-97DB4F9489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A03BD8-DB06-434B-B7F5-72503EDF01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44C2D5-492D-6245-ACBF-A703392A6F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508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From channel charting to EMS configuration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sz="1300"/>
              <a:t>M. Maleki, R. Aghazadeh Ayoubi, M. Mizmizi, U. Spagnolini  |  Politecnico di Milano  |  24/10/26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5504688"/>
            <a:ext cx="788212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Calibri"/>
              </a:rPr>
              <a:t>AoA estimation and beam selection with few sweeps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48840" y="5504688"/>
            <a:ext cx="788212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Calibri"/>
              </a:rPr>
              <a:t>AoA estimation and beam selection with few sweeps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Smart radio environment: two EMSs help one base station</a:t>
            </a: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7B02EA70-2603-43D6-A12C-DA875A87F870}" type="slidenum">
              <a:rPr/>
              <a:t>3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pic>
        <p:nvPicPr>
          <p:cNvPr id="7" name="Picture 6" descr="system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31190"/>
            <a:ext cx="6309360" cy="400709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949440" y="1097280"/>
            <a:ext cx="4754880" cy="214884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0" y="1188720"/>
            <a:ext cx="43891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5FA8"/>
                </a:solidFill>
                <a:latin typeface="Calibri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618488"/>
            <a:ext cx="4389120" cy="1536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30 GHz urban street, Sionna ray tracing; BS with 32 antennas.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Two passive EMSs (60x60 elements, lambda/2) on building walls;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3200 users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on a grid.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A user reaches the BS directly (h^d) and through each EMS (h^EMS).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49440" y="3383280"/>
            <a:ext cx="4754880" cy="278892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3474720"/>
            <a:ext cx="43891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B85042"/>
                </a:solidFill>
                <a:latin typeface="Calibri"/>
              </a:rPr>
              <a:t>Channel charting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904488"/>
            <a:ext cx="4389120" cy="21762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Each user: covariance of its uplink channel at the BS.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Log-Euclidean distance between covariances -&gt;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semi-supervised t-SNE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(15% labelled anchors).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The chart places users so that similar channels are neighbours: with position labels it estimates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where the user is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Paper result: EMS configurations make the chart more accurate</a:t>
            </a: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376EFBDE-0814-4175-A9D0-F46A46B2BA79}" type="slidenum">
              <a:rPr/>
              <a:t>6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pic>
        <p:nvPicPr>
          <p:cNvPr id="7" name="Picture 6" descr="cdf_ms_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16817"/>
            <a:ext cx="5760720" cy="463584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1097280"/>
            <a:ext cx="5303520" cy="237744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188720"/>
            <a:ext cx="4937759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5FA8"/>
                </a:solidFill>
                <a:latin typeface="Calibri"/>
              </a:rPr>
              <a:t>Multi-slot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618488"/>
            <a:ext cx="4937759" cy="1764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K static EMS phase profiles, one uplink acquisition each,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no knowledge of the user needed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One chart per configuration; per user, charts weighted by their quality (trustworthiness / continuity).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611880"/>
            <a:ext cx="5303520" cy="256032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3703320"/>
            <a:ext cx="4937759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B85042"/>
                </a:solidFill>
                <a:latin typeface="Calibri"/>
              </a:rPr>
              <a:t>Positioning error (mean)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133087"/>
            <a:ext cx="4937759" cy="1947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No EMS: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17.5 m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 -&gt;  best single configuration: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11 m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Per-acquisition weighting: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8.7 m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 -&gt;  point-wise weighting: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7.2 m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Message: the EMS shapes the radio map, and a few configurations are enough.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New goal: configure the EMS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98298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To steer the EMS toward a user we need its direction; to learn the direction we must first illuminate it.</a:t>
            </a: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012E3EE0-B8DD-4FFB-A02E-066521548226}" type="slidenum">
              <a:rPr/>
              <a:t>7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97280"/>
            <a:ext cx="5669280" cy="233172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53035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5FA8"/>
                </a:solidFill>
                <a:latin typeface="Calibri"/>
              </a:rPr>
              <a:t>A reconfigurable surface needs a direction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5303520" cy="17190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The EMS (a RIS) reflects toward one direction per phase profile: a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codebook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of beams.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Best beam for a user = the one pointing at its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angle of arrival (AoA)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at the EMS, which is unknown.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566160"/>
            <a:ext cx="5669280" cy="260604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657600"/>
            <a:ext cx="53035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B85042"/>
                </a:solidFill>
                <a:latin typeface="Calibri"/>
              </a:rPr>
              <a:t>The cost of finding it by 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087368"/>
            <a:ext cx="5303520" cy="19933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Exhaustive sweep: try every beam, keep the strongest: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68 beams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(60x60),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272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(240x240).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Guided searches (greedy, hierarchical) need fewer sweeps but still several per user.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Cyclic dilemma: steering needs the angle, measuring needs steering.</a:t>
            </a:r>
          </a:p>
        </p:txBody>
      </p:sp>
      <p:pic>
        <p:nvPicPr>
          <p:cNvPr id="13" name="Picture 12" descr="asilomar_full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866" y="1097280"/>
            <a:ext cx="4438826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Proposed: channel charting of the angle, then a look-up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98298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The paper's static slots become training acquisitions; the chart learns the AoA instead of the position.</a:t>
            </a:r>
          </a:p>
        </p:txBody>
      </p:sp>
      <p:sp>
        <p:nvSpPr>
          <p:cNvPr id="17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85354B67-D834-4C86-AD2A-CEE665179B04}" type="slidenum">
              <a:rPr/>
              <a:t>8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pic>
        <p:nvPicPr>
          <p:cNvPr id="7" name="Picture 6" descr="asilomar_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3609"/>
            <a:ext cx="11338559" cy="31963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4389120"/>
            <a:ext cx="3657600" cy="178308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4480559"/>
            <a:ext cx="32918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5FA8"/>
                </a:solidFill>
                <a:latin typeface="Calibri"/>
              </a:rPr>
              <a:t>1  K training acquisitions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910327"/>
            <a:ext cx="3291840" cy="1170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Static EMS configurations, as in the paper.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Informed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: chosen from the angular spread of the anchors.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0248" y="4389120"/>
            <a:ext cx="3657600" cy="178308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53128" y="4480559"/>
            <a:ext cx="32918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B85042"/>
                </a:solidFill>
                <a:latin typeface="Calibri"/>
              </a:rPr>
              <a:t>2  Angular chart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4910327"/>
            <a:ext cx="3291840" cy="1170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Semi-supervised t-SNE labelled with the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azimuth at the EMS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; per user, the most trustworthy of the K charts.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7575" y="4389120"/>
            <a:ext cx="3657600" cy="178308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0455" y="4480559"/>
            <a:ext cx="32918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5FA8"/>
                </a:solidFill>
                <a:latin typeface="Calibri"/>
              </a:rPr>
              <a:t>3  Look-up 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5" y="4910327"/>
            <a:ext cx="3291840" cy="1170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Azimuth -&gt; codeword through the steering law: the EMS serves the user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without sweeping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Who needs the EMS? The users in outage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98298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Only users without a usable BS link gain from the EMS: in our scenario, 28% of the users.</a:t>
            </a:r>
          </a:p>
        </p:txBody>
      </p:sp>
      <p:sp>
        <p:nvSpPr>
          <p:cNvPr id="17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A803482F-BCF7-45C0-838A-6CD6395BFB5F}" type="slidenum">
              <a:rPr/>
              <a:t>13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pic>
        <p:nvPicPr>
          <p:cNvPr id="7" name="Picture 6" descr="scenario_link_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592" y="1051560"/>
            <a:ext cx="3630415" cy="516635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760720" y="1097280"/>
            <a:ext cx="5943600" cy="141732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0" y="1188720"/>
            <a:ext cx="55778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5FA8"/>
                </a:solidFill>
                <a:latin typeface="Calibri"/>
              </a:rPr>
              <a:t>Line of sight: 811 users (25%)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618488"/>
            <a:ext cx="557784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Strong direct link: the EMS is not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2651760"/>
            <a:ext cx="5943600" cy="160020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0" y="2743200"/>
            <a:ext cx="55778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B85042"/>
                </a:solidFill>
                <a:latin typeface="Calibri"/>
              </a:rPr>
              <a:t>Reflection only: 1504 users (47%)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172968"/>
            <a:ext cx="557784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A wall reflection reaches the BS, about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30 dB stronger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than the best EMS path: the EMS adds less than 0.01 dB.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4389120"/>
            <a:ext cx="5943600" cy="178308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0" y="4480559"/>
            <a:ext cx="55778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5FA8"/>
                </a:solidFill>
                <a:latin typeface="Calibri"/>
              </a:rPr>
              <a:t>Full NLOS: 885 users (28%)  -&gt;  our 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910327"/>
            <a:ext cx="5577840" cy="1170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No BS-UE channel at all: the EMS is their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only link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. All results below are for these users.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Evaluation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98298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Each EMS evaluated on its own: its chart, its beams, the users it reaches.</a:t>
            </a:r>
          </a:p>
        </p:txBody>
      </p:sp>
      <p:sp>
        <p:nvSpPr>
          <p:cNvPr id="19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39B7534C-C70D-45E3-852A-890F0F7E664D}" type="slidenum">
              <a:rPr/>
              <a:t>14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97280"/>
            <a:ext cx="5532120" cy="237744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5166359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5FA8"/>
                </a:solidFill>
                <a:latin typeface="Calibri"/>
              </a:rPr>
              <a:t>Surfaces and codebooks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5166359" cy="1764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Real 60x60 EMS (ray-traced); synthetic 120x120 ... 240x240 (fitted spherical-wave model).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Codebook from the beamwidth: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68 beams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(60x60) to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272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(240x240).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Estimated channels: 23 dBm, -92 dBm noise, 60 dB pilot gain.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097280"/>
            <a:ext cx="5532120" cy="237744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5080" y="1188720"/>
            <a:ext cx="5166359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B85042"/>
                </a:solidFill>
                <a:latin typeface="Calibri"/>
              </a:rPr>
              <a:t>Training (K acquisitions)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618488"/>
            <a:ext cx="5166359" cy="1764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B2A33"/>
                </a:solidFill>
                <a:latin typeface="Calibri"/>
              </a:rPr>
              <a:t>Informed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: training beams cover the angular groups of the anchors (prior).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B2A33"/>
                </a:solidFill>
                <a:latin typeface="Calibri"/>
              </a:rPr>
              <a:t>Coarse-to-fine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: one fixed ever-finer order (no prior).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B2A33"/>
                </a:solidFill>
                <a:latin typeface="Calibri"/>
              </a:rPr>
              <a:t>Random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: random codewords (no prior), 10 draws.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611880"/>
            <a:ext cx="5532120" cy="256032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703320"/>
            <a:ext cx="5166359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B85042"/>
                </a:solidFill>
                <a:latin typeface="Calibri"/>
              </a:rPr>
              <a:t>Baselines (same sweep budget)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33087"/>
            <a:ext cx="5166359" cy="1947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B2A33"/>
                </a:solidFill>
                <a:latin typeface="Calibri"/>
              </a:rPr>
              <a:t>Greedy search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and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hierarchical search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over the beams pointing at the user groups (same prior).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Exhaustive search (68 ... 272 sweeps) as the upper bound.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611880"/>
            <a:ext cx="5532120" cy="256032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5080" y="3703320"/>
            <a:ext cx="5166359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5FA8"/>
                </a:solidFill>
                <a:latin typeface="Calibri"/>
              </a:rPr>
              <a:t>Metrics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133087"/>
            <a:ext cx="5166359" cy="1947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B2A33"/>
                </a:solidFill>
                <a:latin typeface="Calibri"/>
              </a:rPr>
              <a:t>Pointing error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of the chosen beam, in beamwidths (1 beamwidth = 1.7 deg at broadside, 60x60).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B2A33"/>
                </a:solidFill>
                <a:latin typeface="Calibri"/>
              </a:rPr>
              <a:t>SNR gain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of the chosen beam vs the unsteered EMS (zero phase), median over users.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Case 1: EMS1 installed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98298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Which users in outage can EMS1 serve, and how well does the chart locate them?</a:t>
            </a:r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975DD57F-66FE-4CE8-AB6F-C817428EF3AB}" type="slidenum">
              <a:rPr/>
              <a:t>15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pic>
        <p:nvPicPr>
          <p:cNvPr id="7" name="Picture 6" descr="coverage_EM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637" y="1051560"/>
            <a:ext cx="4300645" cy="516635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035040" y="1097280"/>
            <a:ext cx="5669280" cy="50749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9A998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6B6670"/>
                </a:solidFill>
                <a:latin typeface="Calibri"/>
              </a:rPr>
              <a:t>FIGURE TO DECIDE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Per-user error map of the t-SNE angle estimate, K = 3 (EMS1 trained alone).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Exists: serving_deployments/.../figures/per_user/1_informed_prior/map_M60_raytraced_K3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or: estimated vs true azimuth (truevsest_M60_raytraced).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Case 1: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98298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With 1-3 sweeps the chart beats a guided search; with more sweeps, search catches up.</a:t>
            </a:r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886A9772-EF32-47A6-9CD7-138B300DF4D8}" type="slidenum">
              <a:rPr/>
              <a:t>16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97280"/>
            <a:ext cx="7498079" cy="50749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9A998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6B6670"/>
                </a:solidFill>
                <a:latin typeface="Calibri"/>
              </a:rPr>
              <a:t>FIGURE TO DECIDE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Median pointing error and median SNR gain vs number of sweeps (EMS1 trained alone):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t-SNE, t-SNE + neighbours, greedy and hierarchical search (clusters), exhaustive.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Exists as one column of figures_previous_style_newmetric/1_informed_prior; I can draw a 2-panel version.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097280"/>
            <a:ext cx="3474720" cy="507492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0" y="1188720"/>
            <a:ext cx="31089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B85042"/>
                </a:solidFill>
                <a:latin typeface="Calibri"/>
              </a:rPr>
              <a:t>Key numbers (real 60x60)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108960" cy="44622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SNR gain at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1 sweep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: t-SNE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16.3 dB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, greedy 9.5 dB, hierarchical 8.7 dB.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Angle saturates after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3 acquisitions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 (median 2.1 deg).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From about 5 sweeps the guided search reaches t-SNE.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Case 2: EMS2 installed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98298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EMS2 sees its users in three separate angular groups: one training beam lights only one.</a:t>
            </a:r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06FBACCD-481B-492D-BBAF-B3CC28CFC7FB}" type="slidenum">
              <a:rPr/>
              <a:t>17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pic>
        <p:nvPicPr>
          <p:cNvPr id="7" name="Picture 6" descr="coverage_EM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637" y="1051560"/>
            <a:ext cx="4300645" cy="516635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035040" y="1097280"/>
            <a:ext cx="5669280" cy="50749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9A998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6B6670"/>
                </a:solidFill>
                <a:latin typeface="Calibri"/>
              </a:rPr>
              <a:t>FIGURE TO DECIDE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Estimated vs true azimuth for K = 1 and K = 3 (EMS2): with one acquisition, whole groups are misplaced; with three, they line up.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Exists: figures/per_user/1_informed_prior/truevsest_M60_raytraced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Case 2: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98298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Real 60x60: a guided search is as good early on; on larger surfaces the chart leads.</a:t>
            </a:r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F40EDAC0-9A23-4A12-BA1F-A625A2F4ED9F}" type="slidenum">
              <a:rPr/>
              <a:t>18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97280"/>
            <a:ext cx="5532120" cy="50749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9A998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6B6670"/>
                </a:solidFill>
                <a:latin typeface="Calibri"/>
              </a:rPr>
              <a:t>FIGURE TO DECIDE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Median SNR gain vs sweeps, EMS2 trained alone, real 60x60.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97280"/>
            <a:ext cx="5532120" cy="50749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9A998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6B6670"/>
                </a:solidFill>
                <a:latin typeface="Calibri"/>
              </a:rPr>
              <a:t>FIGURE TO DECIDE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Same for the 240x240 surface: t-SNE leads at 2-5 sweeps (25.6 vs 17.0 dB at 3 sweeps).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Training choice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98298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Placing the training beams on the user groups (informed) beats random or fixed training.</a:t>
            </a:r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8EC6A47C-5819-44A8-ACD7-6BEC24EE432D}" type="slidenum">
              <a:rPr/>
              <a:t>19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97280"/>
            <a:ext cx="7498079" cy="50749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9A998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6B6670"/>
                </a:solidFill>
                <a:latin typeface="Calibri"/>
              </a:rPr>
              <a:t>FIGURE TO DECIDE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Median angle error vs K: informed vs coarse-to-fine vs random, EMS1 and EMS2 (trained alone).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Numbers exist (EMS2, real 60x60): K = 3: 3.7 deg informed vs 37 deg random; K = 10: 1.9 vs 14 deg.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097280"/>
            <a:ext cx="3474720" cy="507492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0" y="1188720"/>
            <a:ext cx="31089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B85042"/>
                </a:solidFill>
                <a:latin typeface="Calibri"/>
              </a:rPr>
              <a:t>Why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108960" cy="44622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A chart places a user well only if a training beam lights it.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A33"/>
                </a:solidFill>
                <a:latin typeface="Calibri"/>
              </a:rPr>
              <a:t>Informed training needs </a:t>
            </a:r>
            <a:r>
              <a:rPr sz="1400" b="1" i="0">
                <a:solidFill>
                  <a:srgbClr val="2B2A33"/>
                </a:solidFill>
                <a:latin typeface="Calibri"/>
              </a:rPr>
              <a:t>one beam per user group</a:t>
            </a:r>
            <a:r>
              <a:rPr sz="1400" b="0" i="0">
                <a:solidFill>
                  <a:srgbClr val="2B2A33"/>
                </a:solidFill>
                <a:latin typeface="Calibri"/>
              </a:rPr>
              <a:t>: about 3 for EMS2, instead of 6 (coarse-to-fine) or 10+ (random).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Takeaways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702293A5-B694-402C-AA02-A5DF4A6D1973}" type="slidenum">
              <a:rPr/>
              <a:t>20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97280"/>
            <a:ext cx="11201400" cy="507492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10835640" cy="4892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B2A33"/>
                </a:solidFill>
                <a:latin typeface="Calibri"/>
              </a:rPr>
              <a:t>From localisation to configuration</a:t>
            </a:r>
            <a:r>
              <a:rPr sz="1500" b="0" i="0">
                <a:solidFill>
                  <a:srgbClr val="2B2A33"/>
                </a:solidFill>
                <a:latin typeface="Calibri"/>
              </a:rPr>
              <a:t>: the same static EMS slots, labelled with the AoA, let the BS choose the EMS beam without sweeping.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B2A33"/>
                </a:solidFill>
                <a:latin typeface="Calibri"/>
              </a:rPr>
              <a:t>Target users</a:t>
            </a:r>
            <a:r>
              <a:rPr sz="1500" b="0" i="0">
                <a:solidFill>
                  <a:srgbClr val="2B2A33"/>
                </a:solidFill>
                <a:latin typeface="Calibri"/>
              </a:rPr>
              <a:t>: only full-NLOS users gain from the EMS (28% here); line-of-sight and wall-reflection users do not need it.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B2A33"/>
                </a:solidFill>
                <a:latin typeface="Calibri"/>
              </a:rPr>
              <a:t>Few sweeps</a:t>
            </a:r>
            <a:r>
              <a:rPr sz="1500" b="0" i="0">
                <a:solidFill>
                  <a:srgbClr val="2B2A33"/>
                </a:solidFill>
                <a:latin typeface="Calibri"/>
              </a:rPr>
              <a:t>: with 1-3 acquisitions the chart serves users better than a guided search (EMS1; larger surfaces), and saturates at about 3.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B2A33"/>
                </a:solidFill>
                <a:latin typeface="Calibri"/>
              </a:rPr>
              <a:t>Informed training</a:t>
            </a:r>
            <a:r>
              <a:rPr sz="1500" b="0" i="0">
                <a:solidFill>
                  <a:srgbClr val="2B2A33"/>
                </a:solidFill>
                <a:latin typeface="Calibri"/>
              </a:rPr>
              <a:t> (one beam per user group) is the key ingredient; a few users still get a wrong group (the tail).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B2A33"/>
                </a:solidFill>
                <a:latin typeface="Calibri"/>
              </a:rPr>
              <a:t>Next: hybrid t-SNE + short search for the tail; joint use of both EMSs (backup).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Backup: both EMSs present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98298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Joint channel, separate inference per EMS; or one joint chart for both angles.</a:t>
            </a:r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68339752-3D54-4DCB-B123-D1A50E3D4D16}" type="slidenum">
              <a:rPr/>
              <a:t>21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97280"/>
            <a:ext cx="5532120" cy="50749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9A998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6B6670"/>
                </a:solidFill>
                <a:latin typeface="Calibri"/>
              </a:rPr>
              <a:t>FIGURE TO DECIDE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Joint channel, separate charts: EMS2 at K = 1 improves from 46 deg (alone) to 9 deg (joint).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Exists: serving_single_ems/.../figures_TEMP/fig_angle_joint_vs_separated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97280"/>
            <a:ext cx="5532120" cy="50749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9A998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6B6670"/>
                </a:solidFill>
                <a:latin typeface="Calibri"/>
              </a:rPr>
              <a:t>FIGURE TO DECIDE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One joint 2-D chart (both angles): clearly worse (6-15 deg vs 2-4 deg).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Exists: serving_joint_chart/.../figures/shell_order_bothReached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Channel charting: a map of the users learned from their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Unsupervised: users with similar channels end up close together, with no position needed.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7660B440-3F83-4704-80EC-4E9E3310B103}" type="slidenum">
              <a:rPr/>
              <a:t>2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pic>
        <p:nvPicPr>
          <p:cNvPr id="7" name="Picture 6" descr="cc_geomet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805" y="1024128"/>
            <a:ext cx="5799828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089904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6B6670"/>
                </a:solidFill>
                <a:latin typeface="Calibri"/>
              </a:rPr>
              <a:t>Toy example made for these slides (30 GHz, 8-antenna BS, line of sight + two wall reflections, 500 users), drawn as Fig. 3 of Studer et al., IEEE Access 2018.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1051560"/>
            <a:ext cx="4892040" cy="269748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1143000"/>
            <a:ext cx="45262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5FA8"/>
                </a:solidFill>
                <a:latin typeface="Calibri"/>
              </a:rPr>
              <a:t>How it 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572768"/>
            <a:ext cx="4526279" cy="2084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B2A33"/>
                </a:solidFill>
                <a:latin typeface="Calibri"/>
              </a:rPr>
              <a:t>1  Channel.</a:t>
            </a:r>
            <a:r>
              <a:rPr sz="1300" b="0" i="0">
                <a:solidFill>
                  <a:srgbClr val="2B2A33"/>
                </a:solidFill>
                <a:latin typeface="Calibri"/>
              </a:rPr>
              <a:t> Each user sends an uplink pilot; the BS estimates its channel vector.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B2A33"/>
                </a:solidFill>
                <a:latin typeface="Calibri"/>
              </a:rPr>
              <a:t>2  Feature.</a:t>
            </a:r>
            <a:r>
              <a:rPr sz="1300" b="0" i="0">
                <a:solidFill>
                  <a:srgbClr val="2B2A33"/>
                </a:solidFill>
                <a:latin typeface="Calibri"/>
              </a:rPr>
              <a:t> The raw channel cannot be compared: its phase turns every centimetre at 30 GHz. Its covariance changes slowly with position; users are compared by a distance between covariances.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B2A33"/>
                </a:solidFill>
                <a:latin typeface="Calibri"/>
              </a:rPr>
              <a:t>3  Chart.</a:t>
            </a:r>
            <a:r>
              <a:rPr sz="1300" b="0" i="0">
                <a:solidFill>
                  <a:srgbClr val="2B2A33"/>
                </a:solidFill>
                <a:latin typeface="Calibri"/>
              </a:rPr>
              <a:t> A dimensionality reduction (here t-SNE) places the users in 1-D or 2-D so that similar channels are neighbours.</a:t>
            </a:r>
          </a:p>
        </p:txBody>
      </p:sp>
      <p:pic>
        <p:nvPicPr>
          <p:cNvPr id="12" name="Picture 11" descr="\begin{aligned}&amp;\mathbf{h}_u \xrightarrow{\ \text{feature}\ } \mathbf{R}_u \xrightarrow{\ \text{LED}\ } d_{uu^\prime} \xrightarrow{\ \text{t-SNE}\ } \mathbf{z}_u\\[3pt] &amp;\text{goal: } d_{uu^\prime}\ \text{small} \;\Longleftrightarrow\; \|\mathbf{z}_u-\mathbf{z}_{u^\prime}\|\ \text{small}\end{aligned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3886200"/>
            <a:ext cx="3238846" cy="68216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903720" y="4754880"/>
            <a:ext cx="4892040" cy="1526521"/>
          </a:xfrm>
          <a:prstGeom prst="roundRect">
            <a:avLst>
              <a:gd name="adj" fmla="val 6000"/>
            </a:avLst>
          </a:prstGeom>
          <a:solidFill>
            <a:srgbClr val="F7F3EC"/>
          </a:solidFill>
          <a:ln w="9525">
            <a:solidFill>
              <a:srgbClr val="D9D0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482803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6B6670"/>
                </a:solidFill>
                <a:latin typeface="Calibri"/>
              </a:rPr>
              <a:t>Notation</a:t>
            </a:r>
          </a:p>
        </p:txBody>
      </p:sp>
      <p:pic>
        <p:nvPicPr>
          <p:cNvPr id="15" name="Picture 14" descr="notation: u: a user (test point), at position $\mathbf{p}_u$; \mathbf{h}_u\in\mathbb{C}^{N_{\mathrm{BS}}}: its uplink channel at the BS ($N_{\mathrm{BS}}$ antennas); \mathbf{R}_u: covariance of $\mathbf{h}_u$ (the feature); d_{uu^\prime}: LED: dissimilarity of users $u$ and $u^\prime$ (next slides); \mathbf{z}_u\in\mathbb{R}^{D^\prime}: place of $u$ in the chart ($D^\prime = 1$ or $2$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5138928"/>
            <a:ext cx="4653527" cy="100531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Channel charting with EMSs: channel, feature, dissimilarity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The EMS configuration enters every channel, hence every feature and the chart itself.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8296937C-D10E-44BC-A203-1162D4E31FF5}" type="slidenum">
              <a:rPr/>
              <a:t>4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152144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1143000"/>
            <a:ext cx="638251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Channel at the BS: the direct path plus one path per EMS</a:t>
            </a:r>
          </a:p>
        </p:txBody>
      </p:sp>
      <p:pic>
        <p:nvPicPr>
          <p:cNvPr id="9" name="Picture 8" descr="\mathbf{h}_u(\mathcal{S}) = \mathbf{h}_u^{\mathrm{d}} + \sum_{j=1}^{2}\mathbf{H}_j^{\mathrm{o}}\,\bm{\Phi}_j\,\mathbf{h}_{u,j}^{\mathrm{i}}, \qquad \bm{\Phi}_j = \mathrm{diag}\big(e^{j\phi_{j,1}},\dots,e^{j\phi_{j,L}}\big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527048"/>
            <a:ext cx="5154774" cy="66813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" y="2268335"/>
            <a:ext cx="6336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Paths from ray tracing (Sionna); the EMS phases are what we control.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2716391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707247"/>
            <a:ext cx="638251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Feature: covariance over repeated noisy pilots</a:t>
            </a:r>
          </a:p>
        </p:txBody>
      </p:sp>
      <p:pic>
        <p:nvPicPr>
          <p:cNvPr id="13" name="Picture 12" descr="\mathbf{R}_u(\mathcal{S}) = \mathbb{E}\big[\,\hat{\mathbf{h}}_u(\mathcal{S})\,\hat{\mathbf{h}}_u^{H}(\mathcal{S})\,\big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091295"/>
            <a:ext cx="2388505" cy="3188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" y="3483323"/>
            <a:ext cx="6336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Changes slowly with position; insensitive to the carrier phase.</a:t>
            </a:r>
          </a:p>
        </p:txBody>
      </p:sp>
      <p:sp>
        <p:nvSpPr>
          <p:cNvPr id="15" name="Oval 14"/>
          <p:cNvSpPr/>
          <p:nvPr/>
        </p:nvSpPr>
        <p:spPr>
          <a:xfrm>
            <a:off x="411480" y="3931379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3922235"/>
            <a:ext cx="638251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Dissimilarity: log-Euclidean distance (LED)</a:t>
            </a:r>
          </a:p>
        </p:txBody>
      </p:sp>
      <p:pic>
        <p:nvPicPr>
          <p:cNvPr id="17" name="Picture 16" descr="d_{uu^\prime}(\mathcal{S}) = \big\|\log\mathbf{R}_u(\mathcal{S}) - \log\mathbf{R}_{u^\prime}(\mathcal{S})\big\|_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4306283"/>
            <a:ext cx="3368631" cy="306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1248" y="4685676"/>
            <a:ext cx="6336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Compares the received power (log scale) and the spatial signature of two users.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5170308"/>
            <a:ext cx="6766560" cy="73152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261748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B2A33"/>
                </a:solidFill>
                <a:latin typeface="Calibri"/>
              </a:rPr>
              <a:t>Paper:</a:t>
            </a:r>
            <a:r>
              <a:rPr sz="1300" b="0" i="0">
                <a:solidFill>
                  <a:srgbClr val="2B2A33"/>
                </a:solidFill>
                <a:latin typeface="Calibri"/>
              </a:rPr>
              <a:t> pick the EMS phases from a codebook to get the best chart (one static codeword), or fuse the charts of several slots, one codeword each.</a:t>
            </a:r>
          </a:p>
        </p:txBody>
      </p:sp>
      <p:pic>
        <p:nvPicPr>
          <p:cNvPr id="21" name="Picture 20" descr="sre_featur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1173" y="1024128"/>
            <a:ext cx="2960053" cy="28803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406640" y="3922775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6B6670"/>
                </a:solidFill>
                <a:latin typeface="Calibri"/>
              </a:rPr>
              <a:t>Toy example: A and B (1.5 m apart) receive power from the same directions; C does not.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4361688"/>
            <a:ext cx="4389120" cy="1914157"/>
          </a:xfrm>
          <a:prstGeom prst="roundRect">
            <a:avLst>
              <a:gd name="adj" fmla="val 6000"/>
            </a:avLst>
          </a:prstGeom>
          <a:solidFill>
            <a:srgbClr val="F7F3EC"/>
          </a:solidFill>
          <a:ln w="9525">
            <a:solidFill>
              <a:srgbClr val="D9D0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44348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6B6670"/>
                </a:solidFill>
                <a:latin typeface="Calibri"/>
              </a:rPr>
              <a:t>Notation</a:t>
            </a:r>
          </a:p>
        </p:txBody>
      </p:sp>
      <p:pic>
        <p:nvPicPr>
          <p:cNvPr id="25" name="Picture 24" descr="notation: \mathbf{h}_u^{\mathrm{d}}: direct UE--BS channel ($\mathbf{0}$ for full-NLOS users); \mathbf{h}^{\mathrm{i}}_{u,j}\in\mathbb{C}^{L}: UE $\to$ EMS $j$ (incident); \mathbf{H}^{\mathrm{o}}_j\in\mathbb{C}^{N_{\mathrm{BS}}\times L}: EMS $j\to$ BS (outgoing); \phi_{j,\ell}: phase of element $\ell$ of EMS $j$; $L = M\times M$ elements; \mathcal{S}: configuration $\{\bm{\Phi}_1,\bm{\Phi}_2\}$; \hat{\mathbf{h}}_u,\ \mathbb{E}: noisy channel estimate; mean over $T = 500$ pilots; \log,\ \|\cdot\|_F: matrix logarithm; Frobenius norm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4745736"/>
            <a:ext cx="4150785" cy="139294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t-SNE turns dissimilarities into a chart; anchors pin it to positions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Semi-supervised t-SNE: 15% of the users (anchors) have a known position and stay fixed.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1934B729-D3BD-47DD-AD6B-B6B996383262}" type="slidenum">
              <a:rPr/>
              <a:t>5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51560"/>
            <a:ext cx="6675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Neighbours in the channel space (Gaussian kernel)</a:t>
            </a:r>
          </a:p>
        </p:txBody>
      </p:sp>
      <p:pic>
        <p:nvPicPr>
          <p:cNvPr id="8" name="Picture 7" descr="p_{u^\prime|u} = \frac{\exp\!\big(-d_{uu^\prime}^2/2\sigma_u^2\big)}{\sum_{w\neq u}\exp\!\big(-d_{uw}^2/2\sigma_u^2\big)},\qquad p_{uu^\prime} = \frac{p_{u^\prime|u}+p_{u|u^\prime}}{2N_U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80743"/>
            <a:ext cx="4042743" cy="4980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1988503"/>
            <a:ext cx="6675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Neighbours in the chart (Student-t kernel: heavy tail)</a:t>
            </a:r>
          </a:p>
        </p:txBody>
      </p:sp>
      <p:pic>
        <p:nvPicPr>
          <p:cNvPr id="10" name="Picture 9" descr="q_{uu^\prime} = \frac{\big(1+\|\mathbf{z}_u-\mathbf{z}_{u^\prime}\|^2\big)^{-1}}{\sum_{w\neq v}\big(1+\|\mathbf{z}_w-\mathbf{z}_v\|^2\big)^{-1}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317687"/>
            <a:ext cx="2413942" cy="55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480" y="2984928"/>
            <a:ext cx="6675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Match the two with anchors fixed; the chart gives the position</a:t>
            </a:r>
          </a:p>
        </p:txBody>
      </p:sp>
      <p:pic>
        <p:nvPicPr>
          <p:cNvPr id="12" name="Picture 11" descr="\hat{\mathcal{Z}} = \operatorname*{arg\,min}_{\mathcal{Z}}\ \underbrace{\sum_{u\neq u^\prime} p_{uu^\prime}\log\frac{p_{uu^\prime}}{q_{uu^\prime}}}_{\mathrm{KL}(P\,\|\,Q)} \quad \text{s.t. } \mathbf{z}_a = \mathbf{p}_a,\ a\in\mathcal{A}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314112"/>
            <a:ext cx="3761608" cy="739662"/>
          </a:xfrm>
          <a:prstGeom prst="rect">
            <a:avLst/>
          </a:prstGeom>
        </p:spPr>
      </p:pic>
      <p:pic>
        <p:nvPicPr>
          <p:cNvPr id="13" name="Picture 12" descr="\hat{\mathbf{p}}_u = \hat{\mathbf{z}}_u, \qquad \mathrm{LE}_u = \|\hat{\mathbf{z}}_u - \mathbf{p}_u\|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126927"/>
            <a:ext cx="2241262" cy="20859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11480" y="4481827"/>
            <a:ext cx="6629400" cy="1526521"/>
          </a:xfrm>
          <a:prstGeom prst="roundRect">
            <a:avLst>
              <a:gd name="adj" fmla="val 6000"/>
            </a:avLst>
          </a:prstGeom>
          <a:solidFill>
            <a:srgbClr val="F7F3EC"/>
          </a:solidFill>
          <a:ln w="9525">
            <a:solidFill>
              <a:srgbClr val="D9D0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54979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6B6670"/>
                </a:solidFill>
                <a:latin typeface="Calibri"/>
              </a:rPr>
              <a:t>Notation</a:t>
            </a:r>
          </a:p>
        </p:txBody>
      </p:sp>
      <p:pic>
        <p:nvPicPr>
          <p:cNvPr id="16" name="Picture 15" descr="notation: \sigma_u: kernel width: each user gets about \emph{perplexity} (150) effective neighbours; N_U,\ \mathbf{z}_u\in\mathbb{R}^2: number of users; position of user $u$ in the chart; \mathcal{A},\ \mathbf{p}_a: anchors (15\,\% of the users) and their known positions; \mathrm{KL}: Kullback--Leibler divergence, minimised by gradient descent; anchors reset at every iteration; \mathrm{LE}_u: localisation error of user $u$ (true position $\mathbf{p}_u$)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865875"/>
            <a:ext cx="6391356" cy="100531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69480" y="109728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2B2A33"/>
                </a:solidFill>
                <a:latin typeface="Calibri"/>
              </a:rPr>
              <a:t>true positions</a:t>
            </a:r>
          </a:p>
        </p:txBody>
      </p:sp>
      <p:pic>
        <p:nvPicPr>
          <p:cNvPr id="18" name="Picture 17" descr="tp_ground_trut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9480" y="1374459"/>
            <a:ext cx="2194560" cy="16859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555480" y="109728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2B2A33"/>
                </a:solidFill>
                <a:latin typeface="Calibri"/>
              </a:rPr>
              <a:t>chart, no EMS</a:t>
            </a:r>
          </a:p>
        </p:txBody>
      </p:sp>
      <p:pic>
        <p:nvPicPr>
          <p:cNvPr id="20" name="Picture 19" descr="tp_no_em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5480" y="1374459"/>
            <a:ext cx="2194560" cy="168592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269480" y="320040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2B2A33"/>
                </a:solidFill>
                <a:latin typeface="Calibri"/>
              </a:rPr>
              <a:t>chart, specular EMS</a:t>
            </a:r>
          </a:p>
        </p:txBody>
      </p:sp>
      <p:pic>
        <p:nvPicPr>
          <p:cNvPr id="22" name="Picture 21" descr="tp_ems_spe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69480" y="3477579"/>
            <a:ext cx="2194560" cy="168592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555480" y="320040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2B2A33"/>
                </a:solidFill>
                <a:latin typeface="Calibri"/>
              </a:rPr>
              <a:t>chart, optimised EMS</a:t>
            </a:r>
          </a:p>
        </p:txBody>
      </p:sp>
      <p:pic>
        <p:nvPicPr>
          <p:cNvPr id="24" name="Picture 23" descr="tp_ems_bes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55480" y="3477579"/>
            <a:ext cx="2194560" cy="168592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69480" y="534924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6B6670"/>
                </a:solidFill>
                <a:latin typeface="Calibri"/>
              </a:rPr>
              <a:t>From the paper: S-tSNE charts of the test points, colour = true y coordinate; the chart is already in metres thanks to the anchors.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AoA chart: the same formulation, with the angle as 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Per EMS: K training slots, one 1-D chart per slot, anchors labelled with their azimuth at the EMS.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5A9DE331-3614-442C-997C-21FAB00E820F}" type="slidenum">
              <a:rPr/>
              <a:t>9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106424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1097280"/>
            <a:ext cx="62453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Slot k: one codeword for all users (the paper’s static slots)</a:t>
            </a:r>
          </a:p>
        </p:txBody>
      </p:sp>
      <p:pic>
        <p:nvPicPr>
          <p:cNvPr id="9" name="Picture 8" descr="d^{(k)}_{uu^\prime} = \big\|\log\mathbf{R}_u\big(\bm{\Phi}^{(c_k)}\big) - \log\mathbf{R}_{u^\prime}\big(\bm{\Phi}^{(c_k)}\big)\big\|_F,\qquad k = 1,\dots,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4693580" cy="307642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411480" y="1962706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1953562"/>
            <a:ext cx="62453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1-D t-SNE (same p and q), anchors clamped to their azimuth</a:t>
            </a:r>
          </a:p>
        </p:txBody>
      </p:sp>
      <p:pic>
        <p:nvPicPr>
          <p:cNvPr id="12" name="Picture 11" descr="\hat{\mathcal{Z}}^{(k)} = \operatorname*{arg\,min}_{\mathcal{Z}}\ \mathrm{KL}\big(P^{(k)}\,\|\,Q\big)\ \ \text{s.t. } z_a = \theta_a,\ a\in\mathcal{A},\qquad \hat\theta^{(k)}_u = \hat z^{(k)}_u\in\mathbb{R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337610"/>
            <a:ext cx="5440890" cy="38707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411480" y="2898417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889273"/>
            <a:ext cx="62453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Per user, the most trustworthy of the K charts (no labels)</a:t>
            </a:r>
          </a:p>
        </p:txBody>
      </p:sp>
      <p:pic>
        <p:nvPicPr>
          <p:cNvPr id="15" name="Picture 14" descr="k_u^\star = \operatorname*{arg\,max}_{k}\ \mathrm{TW}^{(k)}_u, \qquad \hat\theta_u = \hat\theta^{(k_u^\star)}_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3273321"/>
            <a:ext cx="2845284" cy="388509"/>
          </a:xfrm>
          <a:prstGeom prst="rect">
            <a:avLst/>
          </a:prstGeom>
        </p:spPr>
      </p:pic>
      <p:pic>
        <p:nvPicPr>
          <p:cNvPr id="16" name="Picture 15" descr="\mathrm{TW}_u = 1 - \frac{2}{\kappa(2N_U-3\kappa-1)}\sum_{u^\prime\in\mathcal{N}^{\mathrm{chart}}_\kappa(u)\setminus\mathcal{N}^{\mathrm{LED}}_\kappa(u)}\big(r^{\mathrm{LED}}_{uu^\prime}-\kappa\big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3734982"/>
            <a:ext cx="4168471" cy="501087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411480" y="4409805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400661"/>
            <a:ext cx="62453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Angle error over the scored users</a:t>
            </a:r>
          </a:p>
        </p:txBody>
      </p:sp>
      <p:pic>
        <p:nvPicPr>
          <p:cNvPr id="19" name="Picture 18" descr="e_u = |\hat\theta_u - \theta_u|, \qquad \underset{u\in\mathcal{U}_s}{\mathrm{median}}\; e_u, \qquad \mathrm{RMSE} = \Big(\frac{1}{|\mathcal{U}_s|}\sum_{u\in\mathcal{U}_s} e_u^2\Big)^{1/2}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4784709"/>
            <a:ext cx="4780686" cy="5448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41248" y="5402721"/>
            <a:ext cx="6199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Median: the typical user. RMSE: dominated by the few users placed in a wrong group.</a:t>
            </a:r>
          </a:p>
        </p:txBody>
      </p:sp>
      <p:pic>
        <p:nvPicPr>
          <p:cNvPr id="21" name="Picture 20" descr="aoa_chart_1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8518" y="1024127"/>
            <a:ext cx="3368203" cy="333756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269480" y="4434840"/>
            <a:ext cx="4526280" cy="1720339"/>
          </a:xfrm>
          <a:prstGeom prst="roundRect">
            <a:avLst>
              <a:gd name="adj" fmla="val 6000"/>
            </a:avLst>
          </a:prstGeom>
          <a:solidFill>
            <a:srgbClr val="F7F3EC"/>
          </a:solidFill>
          <a:ln w="9525">
            <a:solidFill>
              <a:srgbClr val="D9D0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0" y="4507992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6B6670"/>
                </a:solidFill>
                <a:latin typeface="Calibri"/>
              </a:rPr>
              <a:t>Notation</a:t>
            </a:r>
          </a:p>
        </p:txBody>
      </p:sp>
      <p:pic>
        <p:nvPicPr>
          <p:cNvPr id="24" name="Picture 23" descr="notation: \theta_u: azimuth of user $u$ seen from the EMS (angle of arrival); c_k: codeword of training slot $k$ (informed, coarse-to-fine or random); \bm{\Phi}^{(c)}: phase profile of codeword $c$ (next slide); \mathcal{N}_\kappa(u): $\kappa$ nearest users of $u$ (chart or LED); $\kappa$ = 5\,\% of users; r^{\mathrm{LED}}_{uu^\prime}: rank of $u^\prime$ among the LED neighbours of $u$; \mathcal{U}_s: scored users: reached by the EMS, not anchor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6640" y="4818888"/>
            <a:ext cx="4287820" cy="119913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From angle to codeword: steering codebook and look-up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Each codeword is a linear phase ramp across the EMS; the look-up table picks the beam nearest to the estimate.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F908BABD-EF00-4BB0-A164-13FB8D98CC4F}" type="slidenum">
              <a:rPr/>
              <a:t>10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pic>
        <p:nvPicPr>
          <p:cNvPr id="7" name="Picture 6" descr="codebook_b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04023"/>
            <a:ext cx="8001000" cy="28577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12480" y="1051560"/>
            <a:ext cx="3429000" cy="2541606"/>
          </a:xfrm>
          <a:prstGeom prst="roundRect">
            <a:avLst>
              <a:gd name="adj" fmla="val 6000"/>
            </a:avLst>
          </a:prstGeom>
          <a:solidFill>
            <a:srgbClr val="F7F3EC"/>
          </a:solidFill>
          <a:ln w="9525">
            <a:solidFill>
              <a:srgbClr val="D9D0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49640" y="1124712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6B6670"/>
                </a:solidFill>
                <a:latin typeface="Calibri"/>
              </a:rPr>
              <a:t>Notation</a:t>
            </a:r>
          </a:p>
        </p:txBody>
      </p:sp>
      <p:pic>
        <p:nvPicPr>
          <p:cNvPr id="10" name="Picture 9" descr="notation: m_\ell: column of element $\ell$ ($1,\dots,M$): ramp along x only; \theta_{\mathrm{spec}}: incidence that a zero-phase EMS (a mirror) reflects to the BS; u_n: $\sin$ of the incidence that codeword $n$ reflects to the BS; \langle x\rangle_2: $x$ wrapped into $[-1,1)$: a $\lambda/2$ array repeats every 2 in $\sin\theta$; \Delta u: half-power beamwidth in $\sin\theta$ ($1.7^\circ$ at broadside, $M = 60$); N_c: number of codewords; $\lceil\cdot\rceil_{\mathrm{even}}$: rounded up to ev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435607"/>
            <a:ext cx="3190665" cy="2020398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411480" y="4215383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4206240"/>
            <a:ext cx="528523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Codeword n: a linear phase ramp along x</a:t>
            </a:r>
          </a:p>
        </p:txBody>
      </p:sp>
      <p:pic>
        <p:nvPicPr>
          <p:cNvPr id="13" name="Picture 12" descr="\phi^{(n)}_\ell = -\,m_\ell\,\Delta\phi_n, \qquad \Delta\phi_n = \frac{2\pi}{N_c}\Big(n-\frac{N_c}{2}\Big), \qquad n = 1,\dots,N_c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4590288"/>
            <a:ext cx="4841396" cy="435496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11480" y="5199520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5190376"/>
            <a:ext cx="528523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Beamwidth and number of codewords</a:t>
            </a:r>
          </a:p>
        </p:txBody>
      </p:sp>
      <p:pic>
        <p:nvPicPr>
          <p:cNvPr id="16" name="Picture 15" descr="\Delta u = 0.886\,\frac{2}{M}, \qquad N_c = \Big\lceil\frac{2}{\Delta u}\Big\rceil_{\mathrm{even}} = 68\ (M{=}60),\ \ 272\ (M{=}240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5574424"/>
            <a:ext cx="5172686" cy="403896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6263640" y="4215383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7688" y="4206240"/>
            <a:ext cx="514807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Steering law (λ/2 spacing): incidence served by n</a:t>
            </a:r>
          </a:p>
        </p:txBody>
      </p:sp>
      <p:pic>
        <p:nvPicPr>
          <p:cNvPr id="19" name="Picture 18" descr="u_n = \big\langle \sin\theta_{\mathrm{spec}} + \Delta\phi_n/\pi \big\rangle_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3407" y="4590288"/>
            <a:ext cx="2243276" cy="28710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263640" y="5051124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5041980"/>
            <a:ext cx="514807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Look-up table: the beam nearest to the estimate</a:t>
            </a:r>
          </a:p>
        </p:txBody>
      </p:sp>
      <p:pic>
        <p:nvPicPr>
          <p:cNvPr id="22" name="Picture 21" descr="\hat c_u = \operatorname*{arg\,min}_{n}\ \big|\big\langle\sin\hat\theta_u - u_n\big\rangle_2\big|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93407" y="5426028"/>
            <a:ext cx="2485488" cy="40179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Choosing the beam: look-up, verify, 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Every scheme measures some codewords and keeps the strongest; they differ in which ones and how many.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266248C7-723D-49C3-9B46-00BDBC4B7928}" type="slidenum">
              <a:rPr/>
              <a:t>11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pic>
        <p:nvPicPr>
          <p:cNvPr id="7" name="Picture 6" descr="\hat c_u = \operatorname*{arg\,max}_{n\in\mathcal{P}_u}\ \gamma_u(n), \quad \text{sweeps} = |\mathcal{P}_u| \qquad\qquad c^\star_u = \operatorname*{arg\,max}_{n\in\{1,\dots,N_c\}}\gamma_u(n)\ \ \text{(exhaustive)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15568"/>
            <a:ext cx="6235462" cy="391192"/>
          </a:xfrm>
          <a:prstGeom prst="rect">
            <a:avLst/>
          </a:prstGeom>
        </p:spPr>
      </p:pic>
      <p:pic>
        <p:nvPicPr>
          <p:cNvPr id="8" name="Picture 7" descr="beam_cho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547" y="1783080"/>
            <a:ext cx="7674824" cy="3611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4406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B2A33"/>
                </a:solidFill>
                <a:latin typeface="Calibri"/>
              </a:rPr>
              <a:t>t-SNE + verify:</a:t>
            </a:r>
          </a:p>
        </p:txBody>
      </p:sp>
      <p:pic>
        <p:nvPicPr>
          <p:cNvPr id="10" name="Picture 9" descr="b^{(k)}_u = \operatorname*{arg\,max}_{n\in\{b^{(k-1)}_u,\ \hat c^{(k)}_u\}}\gamma_u(n), \qquad b^{(1)}_u = \hat c^{(1)}_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5394960"/>
            <a:ext cx="3081018" cy="4553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05332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6B6670"/>
                </a:solidFill>
                <a:latin typeface="Calibri"/>
              </a:rPr>
              <a:t>Illustration: one user, single-path beam gain, made-up anchor groups; performance: see the results.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1051560"/>
            <a:ext cx="3383280" cy="3703320"/>
          </a:xfrm>
          <a:prstGeom prst="roundRect">
            <a:avLst>
              <a:gd name="adj" fmla="val 10000"/>
            </a:avLst>
          </a:prstGeom>
          <a:solidFill>
            <a:srgbClr val="EF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59" y="11430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5FA8"/>
                </a:solidFill>
                <a:latin typeface="Calibri"/>
              </a:rPr>
              <a:t>The schemes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59" y="1572768"/>
            <a:ext cx="3017520" cy="30906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B2A33"/>
                </a:solidFill>
                <a:latin typeface="Calibri"/>
              </a:rPr>
              <a:t>Exhaustive:</a:t>
            </a:r>
            <a:r>
              <a:rPr sz="1150" b="0" i="0">
                <a:solidFill>
                  <a:srgbClr val="2B2A33"/>
                </a:solidFill>
                <a:latin typeface="Calibri"/>
              </a:rPr>
              <a:t> all codewords (68 to 272 sweeps): the upper bound.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B2A33"/>
                </a:solidFill>
                <a:latin typeface="Calibri"/>
              </a:rPr>
              <a:t>Greedy:</a:t>
            </a:r>
            <a:r>
              <a:rPr sz="1150" b="0" i="0">
                <a:solidFill>
                  <a:srgbClr val="2B2A33"/>
                </a:solidFill>
                <a:latin typeface="Calibri"/>
              </a:rPr>
              <a:t> one codeword per sweep along a fixed list (clusters first: beams at the anchors).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B2A33"/>
                </a:solidFill>
                <a:latin typeface="Calibri"/>
              </a:rPr>
              <a:t>Hierarchical:</a:t>
            </a:r>
            <a:r>
              <a:rPr sz="1150" b="0" i="0">
                <a:solidFill>
                  <a:srgbClr val="2B2A33"/>
                </a:solidFill>
                <a:latin typeface="Calibri"/>
              </a:rPr>
              <a:t> 4 coarse probes, then ±δ around the best so far, δ halved.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B2A33"/>
                </a:solidFill>
                <a:latin typeface="Calibri"/>
              </a:rPr>
              <a:t>t-SNE + look-up:</a:t>
            </a:r>
            <a:r>
              <a:rPr sz="1150" b="0" i="0">
                <a:solidFill>
                  <a:srgbClr val="2B2A33"/>
                </a:solidFill>
                <a:latin typeface="Calibri"/>
              </a:rPr>
              <a:t> K training slots, shared by all users; the proposal is not measured.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B2A33"/>
                </a:solidFill>
                <a:latin typeface="Calibri"/>
              </a:rPr>
              <a:t>t-SNE + R neighbours:</a:t>
            </a:r>
            <a:r>
              <a:rPr sz="1150" b="0" i="0">
                <a:solidFill>
                  <a:srgbClr val="2B2A33"/>
                </a:solidFill>
                <a:latin typeface="Calibri"/>
              </a:rPr>
              <a:t> the proposal and its R nearest codewords measured (K + R + 1 sweeps).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B2A33"/>
                </a:solidFill>
                <a:latin typeface="Calibri"/>
              </a:rPr>
              <a:t>+ verify:</a:t>
            </a:r>
            <a:r>
              <a:rPr sz="1150" b="0" i="0">
                <a:solidFill>
                  <a:srgbClr val="2B2A33"/>
                </a:solidFill>
                <a:latin typeface="Calibri"/>
              </a:rPr>
              <a:t> each proposal measured, the stronger kept: SNR never drops (2K sweeps).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B2A33"/>
                </a:solidFill>
                <a:latin typeface="Calibri"/>
              </a:rPr>
              <a:t>+ neighbour search:</a:t>
            </a:r>
            <a:r>
              <a:rPr sz="1150" b="0" i="0">
                <a:solidFill>
                  <a:srgbClr val="2B2A33"/>
                </a:solidFill>
                <a:latin typeface="Calibri"/>
              </a:rPr>
              <a:t> ±1, ±2, ... around the kept beam.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4846320"/>
            <a:ext cx="3383280" cy="1345711"/>
          </a:xfrm>
          <a:prstGeom prst="roundRect">
            <a:avLst>
              <a:gd name="adj" fmla="val 6000"/>
            </a:avLst>
          </a:prstGeom>
          <a:solidFill>
            <a:srgbClr val="F7F3EC"/>
          </a:solidFill>
          <a:ln w="9525">
            <a:solidFill>
              <a:srgbClr val="D9D0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491947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6B6670"/>
                </a:solidFill>
                <a:latin typeface="Calibri"/>
              </a:rPr>
              <a:t>Notation</a:t>
            </a:r>
          </a:p>
        </p:txBody>
      </p:sp>
      <p:pic>
        <p:nvPicPr>
          <p:cNvPr id="17" name="Picture 16" descr="notation: \gamma_u(n): SNR of $u$ when the EMS applies codeword $n$; \mathcal{P}_u: codewords measured for user $u$, one sweep each; \hat c^{(k)}_u: look-up proposal after training slot $k$; b^{(k)}_u: beam kept after slot $k$ (t-SNE + verify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9640" y="5230368"/>
            <a:ext cx="3145277" cy="82450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/>
              <a:t>What the chosen codeword does to the channel, and the SNR 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640080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B85042"/>
                </a:solidFill>
                <a:latin typeface="Calibri"/>
              </a:rPr>
              <a:t>SNR at the BS with the best combiner; the gain is measured against the unsteered EMS (zero phase).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6B062C-0E1A-FD40-BA74-37E0A99E066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468435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05932-A5AC-0F49-97BA-61685A260C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448800" y="6468433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fld id="{670ACC72-E458-4A03-B10F-2543EAABCF19}" type="slidenum">
              <a:rPr/>
              <a:t>12</a:t>
            </a:fld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2E1B3-398F-5507-D908-170BE772A9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0" y="6468434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aramond" panose="02020404030301010803" pitchFamily="18" charset="0"/>
              </a:defRPr>
            </a:lvl1pPr>
          </a:lstStyle>
          <a:p>
            <a:r>
              <a:t>24/10/26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106424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1097280"/>
            <a:ext cx="619963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The codeword changes only the EMS path</a:t>
            </a:r>
          </a:p>
        </p:txBody>
      </p:sp>
      <p:pic>
        <p:nvPicPr>
          <p:cNvPr id="9" name="Picture 8" descr="\mathbf{h}_u(n) = \mathbf{h}_u^{\mathrm{d}} + \mathbf{H}^{\mathrm{o}}\,\bm{\Phi}^{(n)}\,\mathbf{h}_u^{\mathrm{i}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262595" cy="2992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" y="1853701"/>
            <a:ext cx="6153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For full-NLOS users the direct channel is zero: the EMS path is the whole channel.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2265181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256037"/>
            <a:ext cx="619963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SNR with the best BS combiner</a:t>
            </a:r>
          </a:p>
        </p:txBody>
      </p:sp>
      <p:pic>
        <p:nvPicPr>
          <p:cNvPr id="13" name="Picture 12" descr="\gamma_u(n) = \rho\,\max_{\|\mathbf{w}\|=1}\big\|\mathbf{w}^H\mathbf{H}_u(n)\big\|^2 = \rho\,\lambda_{\max}\big(\mathbf{H}_u(n)\,\mathbf{H}_u^H(n)\big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640085"/>
            <a:ext cx="4592972" cy="435067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11480" y="3248888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3239744"/>
            <a:ext cx="619963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SNR gain of the chosen beam over the zero-phase EMS</a:t>
            </a:r>
          </a:p>
        </p:txBody>
      </p:sp>
      <p:pic>
        <p:nvPicPr>
          <p:cNvPr id="16" name="Picture 15" descr="\Delta\gamma_u = 10\log_{10}\frac{\gamma_u(\hat c_u)}{\gamma_u(n_0)}\ \ \text{[dB]}, \qquad \bm{\Phi}^{(n_0)} = \mathbf{I}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3623792"/>
            <a:ext cx="3585002" cy="4980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41248" y="4195032"/>
            <a:ext cx="6153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A zero-phase EMS is a mirror: it serves the specular direction only, hence gains of tens of dB.</a:t>
            </a:r>
          </a:p>
        </p:txBody>
      </p:sp>
      <p:sp>
        <p:nvSpPr>
          <p:cNvPr id="18" name="Oval 17"/>
          <p:cNvSpPr/>
          <p:nvPr/>
        </p:nvSpPr>
        <p:spPr>
          <a:xfrm>
            <a:off x="411480" y="4606512"/>
            <a:ext cx="274320" cy="2743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4597368"/>
            <a:ext cx="619963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B2A33"/>
                </a:solidFill>
                <a:latin typeface="Calibri"/>
              </a:rPr>
              <a:t>Pointing error of the chosen beam</a:t>
            </a:r>
          </a:p>
        </p:txBody>
      </p:sp>
      <p:pic>
        <p:nvPicPr>
          <p:cNvPr id="20" name="Picture 19" descr="\varepsilon_u = \frac{\big|\big\langle\sin\theta_u - u_{\hat c_u}\big\rangle_2\big|}{\Delta u}\ \ \text{[beamwidths]}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4981416"/>
            <a:ext cx="3104924" cy="4903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1248" y="5544950"/>
            <a:ext cx="6153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B6670"/>
                </a:solidFill>
                <a:latin typeface="Calibri"/>
              </a:rPr>
              <a:t>Reported over the scored users: median SNR gain; median and RMSE of the pointing error.</a:t>
            </a:r>
          </a:p>
        </p:txBody>
      </p:sp>
      <p:pic>
        <p:nvPicPr>
          <p:cNvPr id="22" name="Picture 21" descr="gain_vs_point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1352" y="1024128"/>
            <a:ext cx="4202534" cy="292608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269480" y="4114800"/>
            <a:ext cx="4526280" cy="1690784"/>
          </a:xfrm>
          <a:prstGeom prst="roundRect">
            <a:avLst>
              <a:gd name="adj" fmla="val 6000"/>
            </a:avLst>
          </a:prstGeom>
          <a:solidFill>
            <a:srgbClr val="F7F3EC"/>
          </a:solidFill>
          <a:ln w="9525">
            <a:solidFill>
              <a:srgbClr val="D9D0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187952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6B6670"/>
                </a:solidFill>
                <a:latin typeface="Calibri"/>
              </a:rPr>
              <a:t>Notation</a:t>
            </a:r>
          </a:p>
        </p:txBody>
      </p:sp>
      <p:pic>
        <p:nvPicPr>
          <p:cNvPr id="25" name="Picture 24" descr="notation: \rho: $P_{\mathrm{tx}}/\sigma_n^2$ (23 dBm, $-92$ dBm noise); \mathbf{H}_u(n): channel of $u$ at the BS for codeword $n$ (the dataset keeps 2 channel columns per user; one column gives $\rho\|\mathbf{h}_u(n)\|^2$); \mathbf{w},\ \lambda_{\max}: BS combiner ($N_{\mathrm{BS}} = 32$); largest eigenvalue; n_0: zero-phase codeword ($n_0 = N_c/2$): the EMS acts as a mirror; \hat c_u,\ \mathcal{U}_s: chosen codeword; scored users (previous slides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6640" y="4498848"/>
            <a:ext cx="4287820" cy="1169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Garamond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IROS2016-MovingObject</Template>
  <TotalTime>1203</TotalTime>
  <Words>1501</Words>
  <Application>Microsoft Office PowerPoint</Application>
  <PresentationFormat>Widescreen</PresentationFormat>
  <Paragraphs>150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Brandon Grotesque Regular</vt:lpstr>
      <vt:lpstr>Brush Script MT</vt:lpstr>
      <vt:lpstr>Calibri</vt:lpstr>
      <vt:lpstr>Garamond</vt:lpstr>
      <vt:lpstr>Segoe UI Symbol</vt:lpstr>
      <vt:lpstr>Custom Design</vt:lpstr>
      <vt:lpstr>From channel charting to EMS configuration</vt:lpstr>
      <vt:lpstr>Smart radio environment: two EMSs help one base station</vt:lpstr>
      <vt:lpstr>Paper result: EMS configurations make the chart more accurate</vt:lpstr>
      <vt:lpstr>New goal: configure the EMS itself</vt:lpstr>
      <vt:lpstr>Proposed: channel charting of the angle, then a look-up table</vt:lpstr>
      <vt:lpstr>Who needs the EMS? The users in outage</vt:lpstr>
      <vt:lpstr>Evaluation setup</vt:lpstr>
      <vt:lpstr>Case 1: EMS1 installed</vt:lpstr>
      <vt:lpstr>Case 1: results</vt:lpstr>
      <vt:lpstr>Case 2: EMS2 installed</vt:lpstr>
      <vt:lpstr>Case 2: results</vt:lpstr>
      <vt:lpstr>Training choice matters</vt:lpstr>
      <vt:lpstr>Takeaways</vt:lpstr>
      <vt:lpstr>Backup: both EMSs present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Wall permittivity and its dispersion</dc:title>
  <dc:creator>rizianno</dc:creator>
  <cp:lastModifiedBy>Reza Aghazadeh Ayoubi</cp:lastModifiedBy>
  <cp:revision>11</cp:revision>
  <cp:lastPrinted>2020-11-18T22:52:05Z</cp:lastPrinted>
  <dcterms:created xsi:type="dcterms:W3CDTF">2016-09-20T08:51:36Z</dcterms:created>
  <dcterms:modified xsi:type="dcterms:W3CDTF">2026-10-24T21:43:08Z</dcterms:modified>
</cp:coreProperties>
</file>